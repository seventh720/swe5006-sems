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charts/chart1.xml" ContentType="application/vnd.openxmlformats-officedocument.drawingml.chart+xml"/>
  <Default Extension="mp4" ContentType="video/mp4"/>
  <Default Extension="xlsx" ContentType="application/vnd.openxmlformats-officedocument.spreadsheetml.sheet"/>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f9f66c07554154" /><Relationship Type="http://schemas.openxmlformats.org/officeDocument/2006/relationships/extended-properties" Target="/docProps/app.xml" Id="Rb7c0507e907e4320" /><Relationship Type="http://schemas.openxmlformats.org/officeDocument/2006/relationships/officeDocument" Target="/ppt/presentation.xml" Id="Re9e210a82c924525" /></Relationships>
</file>

<file path=ppt/presentation.xml><?xml version="1.0" encoding="utf-8"?>
<p:presentation xmlns:p="http://schemas.openxmlformats.org/presentationml/2006/main">
  <p:sldMasterIdLst>
    <p:sldMasterId xmlns:r="http://schemas.openxmlformats.org/officeDocument/2006/relationships" id="2147483648" r:id="Ra993457dcfed4f26"/>
  </p:sldMasterIdLst>
  <p:notesMasterIdLst>
    <p:notesMasterId xmlns:r="http://schemas.openxmlformats.org/officeDocument/2006/relationships" r:id="R38b9c4ba8b9f4ede"/>
  </p:notesMasterIdLst>
  <p:sldIdLst>
    <p:sldId xmlns:ns0="http://schemas.openxmlformats.org/officeDocument/2006/relationships" id="256" ns0:id="rIdStyleSlide1"/>
    <p:sldId xmlns:ns1="http://schemas.openxmlformats.org/officeDocument/2006/relationships" id="257" ns1:id="rIdStyleSlide2"/>
    <p:sldId xmlns:ns2="http://schemas.openxmlformats.org/officeDocument/2006/relationships" id="258" ns2:id="rIdStyleSlide3"/>
    <p:sldId xmlns:ns3="http://schemas.openxmlformats.org/officeDocument/2006/relationships" id="259" ns3:id="rIdStyleSlide4"/>
    <p:sldId xmlns:ns4="http://schemas.openxmlformats.org/officeDocument/2006/relationships" id="260" ns4:id="rIdStyleSlide5"/>
    <p:sldId xmlns:ns5="http://schemas.openxmlformats.org/officeDocument/2006/relationships" id="261" ns5:id="rIdStyleSlide6"/>
    <p:sldId xmlns:ns6="http://schemas.openxmlformats.org/officeDocument/2006/relationships" id="262" ns6:id="rIdStyleSlide7"/>
    <p:sldId xmlns:ns7="http://schemas.openxmlformats.org/officeDocument/2006/relationships" id="263" ns7:id="rIdStyleSlide8"/>
    <p:sldId xmlns:ns8="http://schemas.openxmlformats.org/officeDocument/2006/relationships" id="264" ns8:id="rIdStyleSlide9"/>
    <p:sldId xmlns:ns9="http://schemas.openxmlformats.org/officeDocument/2006/relationships" id="265" ns9:id="rIdStyleSlide10"/>
    <p:sldId xmlns:ns10="http://schemas.openxmlformats.org/officeDocument/2006/relationships" id="266" ns10:id="rIdStyleSlide11"/>
    <p:sldId xmlns:ns11="http://schemas.openxmlformats.org/officeDocument/2006/relationships" id="267" ns11:id="rIdStyleSlide12"/>
    <p:sldId xmlns:ns12="http://schemas.openxmlformats.org/officeDocument/2006/relationships" id="268" ns12:id="rIdStyleSlide13"/>
    <p:sldId xmlns:ns13="http://schemas.openxmlformats.org/officeDocument/2006/relationships" id="269" ns13:id="rIdStyleSlide14"/>
    <p:sldId xmlns:ns14="http://schemas.openxmlformats.org/officeDocument/2006/relationships" id="270" ns14:id="rIdStyleSlide15"/>
    <p:sldId xmlns:ns15="http://schemas.openxmlformats.org/officeDocument/2006/relationships" id="271" ns15:id="rIdStyleSlide16"/>
    <p:sldId xmlns:ns16="http://schemas.openxmlformats.org/officeDocument/2006/relationships" id="272" ns16:id="rIdStyleSlide17"/>
    <p:sldId xmlns:ns17="http://schemas.openxmlformats.org/officeDocument/2006/relationships" id="273" ns17:id="rIdStyleSlide18"/>
    <p:sldId xmlns:ns18="http://schemas.openxmlformats.org/officeDocument/2006/relationships" id="274" ns18:id="rIdStyleSlide19"/>
    <p:sldId xmlns:ns19="http://schemas.openxmlformats.org/officeDocument/2006/relationships" id="275" ns19:id="rIdStyleSlide20"/>
    <p:sldId xmlns:ns20="http://schemas.openxmlformats.org/officeDocument/2006/relationships" id="276" ns20:id="rIdStyleSlide21"/>
    <p:sldId xmlns:ns21="http://schemas.openxmlformats.org/officeDocument/2006/relationships" id="277" ns21:id="rIdStyleSlide22"/>
    <p:sldId xmlns:ns22="http://schemas.openxmlformats.org/officeDocument/2006/relationships" id="278" ns22:id="rIdStyleSlide23"/>
    <p:sldId xmlns:ns23="http://schemas.openxmlformats.org/officeDocument/2006/relationships" id="279" ns23:id="rIdStyleSlide24"/>
    <p:sldId xmlns:ns24="http://schemas.openxmlformats.org/officeDocument/2006/relationships" id="280" ns24:id="rIdStyleSlide25"/>
    <p:sldId xmlns:ns25="http://schemas.openxmlformats.org/officeDocument/2006/relationships" id="281" ns25:id="rIdStyleSlide26"/>
    <p:sldId xmlns:ns26="http://schemas.openxmlformats.org/officeDocument/2006/relationships" id="282" ns26:id="rIdStyleSlide27"/>
    <p:sldId xmlns:ns27="http://schemas.openxmlformats.org/officeDocument/2006/relationships" id="283" ns27:id="rIdStyleSlide28"/>
    <p:sldId xmlns:ns28="http://schemas.openxmlformats.org/officeDocument/2006/relationships" id="284" ns28:id="rIdStyleSlide29"/>
    <p:sldId xmlns:ns29="http://schemas.openxmlformats.org/officeDocument/2006/relationships" id="285" ns29:id="rIdStyleSlide30"/>
    <p:sldId xmlns:ns30="http://schemas.openxmlformats.org/officeDocument/2006/relationships" id="286" ns30:id="rIdStyleSlide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995792d40554ead"/><Relationship Type="http://schemas.openxmlformats.org/officeDocument/2006/relationships/slideMaster" Target="/ppt/slideMasters/slideMaster1.xml" Id="Ra993457dcfed4f26"/><Relationship Type="http://schemas.openxmlformats.org/officeDocument/2006/relationships/notesMaster" Target="/ppt/notesMasters/notesMaster1.xml" Id="R38b9c4ba8b9f4ede"/><Relationship Type="http://schemas.openxmlformats.org/officeDocument/2006/relationships/presProps" Target="/ppt/presProps.xml" Id="Rd5a95c7eca37407a"/><Relationship Type="http://schemas.openxmlformats.org/officeDocument/2006/relationships/tableStyles" Target="/ppt/tableStyles.xml" Id="R46884a80edc246f5"/><Relationship Id="rIdStyleSlide1" Type="http://schemas.openxmlformats.org/officeDocument/2006/relationships/slide" Target="slides/slide1.xml"/><Relationship Id="rIdStyleSlide2" Type="http://schemas.openxmlformats.org/officeDocument/2006/relationships/slide" Target="slides/slide2.xml"/><Relationship Id="rIdStyleSlide3" Type="http://schemas.openxmlformats.org/officeDocument/2006/relationships/slide" Target="slides/slide3.xml"/><Relationship Id="rIdStyleSlide4" Type="http://schemas.openxmlformats.org/officeDocument/2006/relationships/slide" Target="slides/slide4.xml"/><Relationship Id="rIdStyleSlide5" Type="http://schemas.openxmlformats.org/officeDocument/2006/relationships/slide" Target="slides/slide5.xml"/><Relationship Id="rIdStyleSlide6" Type="http://schemas.openxmlformats.org/officeDocument/2006/relationships/slide" Target="slides/slide6.xml"/><Relationship Id="rIdStyleSlide7" Type="http://schemas.openxmlformats.org/officeDocument/2006/relationships/slide" Target="slides/slide7.xml"/><Relationship Id="rIdStyleSlide8" Type="http://schemas.openxmlformats.org/officeDocument/2006/relationships/slide" Target="slides/slide8.xml"/><Relationship Id="rIdStyleSlide9" Type="http://schemas.openxmlformats.org/officeDocument/2006/relationships/slide" Target="slides/slide9.xml"/><Relationship Id="rIdStyleSlide10" Type="http://schemas.openxmlformats.org/officeDocument/2006/relationships/slide" Target="slides/slide10.xml"/><Relationship Id="rIdStyleSlide11" Type="http://schemas.openxmlformats.org/officeDocument/2006/relationships/slide" Target="slides/slide11.xml"/><Relationship Id="rIdStyleSlide12" Type="http://schemas.openxmlformats.org/officeDocument/2006/relationships/slide" Target="slides/slide12.xml"/><Relationship Id="rIdStyleSlide13" Type="http://schemas.openxmlformats.org/officeDocument/2006/relationships/slide" Target="slides/slide13.xml"/><Relationship Id="rIdStyleSlide14" Type="http://schemas.openxmlformats.org/officeDocument/2006/relationships/slide" Target="slides/slide14.xml"/><Relationship Id="rIdStyleSlide15" Type="http://schemas.openxmlformats.org/officeDocument/2006/relationships/slide" Target="slides/slide15.xml"/><Relationship Id="rIdStyleSlide16" Type="http://schemas.openxmlformats.org/officeDocument/2006/relationships/slide" Target="slides/slide16.xml"/><Relationship Id="rIdStyleSlide17" Type="http://schemas.openxmlformats.org/officeDocument/2006/relationships/slide" Target="slides/slide17.xml"/><Relationship Id="rIdStyleSlide18" Type="http://schemas.openxmlformats.org/officeDocument/2006/relationships/slide" Target="slides/slide18.xml"/><Relationship Id="rIdStyleSlide19" Type="http://schemas.openxmlformats.org/officeDocument/2006/relationships/slide" Target="slides/slide19.xml"/><Relationship Id="rIdStyleSlide20" Type="http://schemas.openxmlformats.org/officeDocument/2006/relationships/slide" Target="slides/slide20.xml"/><Relationship Id="rIdStyleSlide21" Type="http://schemas.openxmlformats.org/officeDocument/2006/relationships/slide" Target="slides/slide21.xml"/><Relationship Id="rIdStyleSlide22" Type="http://schemas.openxmlformats.org/officeDocument/2006/relationships/slide" Target="slides/slide22.xml"/><Relationship Id="rIdStyleSlide23" Type="http://schemas.openxmlformats.org/officeDocument/2006/relationships/slide" Target="slides/slide23.xml"/><Relationship Id="rIdStyleSlide24" Type="http://schemas.openxmlformats.org/officeDocument/2006/relationships/slide" Target="slides/slide24.xml"/><Relationship Id="rIdStyleSlide25" Type="http://schemas.openxmlformats.org/officeDocument/2006/relationships/slide" Target="slides/slide25.xml"/><Relationship Id="rIdStyleSlide26" Type="http://schemas.openxmlformats.org/officeDocument/2006/relationships/slide" Target="slides/slide26.xml"/><Relationship Id="rIdStyleSlide27" Type="http://schemas.openxmlformats.org/officeDocument/2006/relationships/slide" Target="slides/slide27.xml"/><Relationship Id="rIdStyleSlide28" Type="http://schemas.openxmlformats.org/officeDocument/2006/relationships/slide" Target="slides/slide28.xml"/><Relationship Id="rIdStyleSlide29" Type="http://schemas.openxmlformats.org/officeDocument/2006/relationships/slide" Target="slides/slide29.xml"/><Relationship Id="rIdStyleSlide30" Type="http://schemas.openxmlformats.org/officeDocument/2006/relationships/slide" Target="slides/slide30.xml"/><Relationship Id="rIdStyleSlide31" Type="http://schemas.openxmlformats.org/officeDocument/2006/relationships/slide" Target="slides/slide3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6131375bbf4c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1</a:t>
            </a:r>
          </a:p>
          <a:p xmlns:a="http://schemas.openxmlformats.org/drawingml/2006/main">
            <a:r>
              <a:t>TARGET: 00:00–00:10 (10 seconds)</a:t>
            </a:r>
          </a:p>
          <a:p xmlns:a="http://schemas.openxmlformats.org/drawingml/2006/main">
            <a:r>
              <a:t/>
            </a:r>
          </a:p>
          <a:p xmlns:a="http://schemas.openxmlformats.org/drawingml/2006/main">
            <a:r>
              <a:t>ENGLISH SCRIPT</a:t>
            </a:r>
          </a:p>
          <a:p xmlns:a="http://schemas.openxmlformats.org/drawingml/2006/main">
            <a:r>
              <a:t>Good morning. We are Team 10. SEMS coordinates free-ticket events, bookings and admission. We will explain the design, testing and demonstrations.</a:t>
            </a:r>
          </a:p>
          <a:p xmlns:a="http://schemas.openxmlformats.org/drawingml/2006/main">
            <a:r>
              <a:t/>
            </a:r>
          </a:p>
          <a:p xmlns:a="http://schemas.openxmlformats.org/drawingml/2006/main">
            <a:r>
              <a:t>中文讲稿</a:t>
            </a:r>
          </a:p>
          <a:p xmlns:a="http://schemas.openxmlformats.org/drawingml/2006/main">
            <a:r>
              <a:t>大家好，我们是第十组。SEMS支持活动发布、免费票预订和受控入场。我们先介绍设计与测试，再展示两段演示。</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2</a:t>
            </a:r>
          </a:p>
          <a:p xmlns:a="http://schemas.openxmlformats.org/drawingml/2006/main">
            <a:r>
              <a:t>TARGET: 00:10–00:30 (20 seconds)</a:t>
            </a:r>
          </a:p>
          <a:p xmlns:a="http://schemas.openxmlformats.org/drawingml/2006/main">
            <a:r>
              <a:t/>
            </a:r>
          </a:p>
          <a:p xmlns:a="http://schemas.openxmlformats.org/drawingml/2006/main">
            <a:r>
              <a:t>ENGLISH SCRIPT</a:t>
            </a:r>
          </a:p>
          <a:p xmlns:a="http://schemas.openxmlformats.org/drawingml/2006/main">
            <a:r>
              <a:t>Our business problem is keeping published availability, bookings and admission records consistent. Organizers manage events, attendees book tickets, and assigned staff check them in. Administrators manage users and roles. This release supports the free-ticket lifecycle. Paid checkout and refunds remain outside scope.</a:t>
            </a:r>
          </a:p>
          <a:p xmlns:a="http://schemas.openxmlformats.org/drawingml/2006/main">
            <a:r>
              <a:t/>
            </a:r>
          </a:p>
          <a:p xmlns:a="http://schemas.openxmlformats.org/drawingml/2006/main">
            <a:r>
              <a:t>中文讲稿</a:t>
            </a:r>
          </a:p>
          <a:p xmlns:a="http://schemas.openxmlformats.org/drawingml/2006/main">
            <a:r>
              <a:t>我们的业务问题是保证公开余票、订单与入场记录一致。组织者管理活动，参与者订票，指定工作人员核销，管理员管理用户角色。本次交付覆盖免费票生命周期，付费结账和退款仍在范围之外。</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3</a:t>
            </a:r>
          </a:p>
          <a:p xmlns:a="http://schemas.openxmlformats.org/drawingml/2006/main">
            <a:r>
              <a:t>TARGET: 00:30–00:55 (25 seconds)</a:t>
            </a:r>
          </a:p>
          <a:p xmlns:a="http://schemas.openxmlformats.org/drawingml/2006/main">
            <a:r>
              <a:t>CUE: 依次指系统边界、角色、用例，不逐条读七个名称。</a:t>
            </a:r>
          </a:p>
          <a:p xmlns:a="http://schemas.openxmlformats.org/drawingml/2006/main">
            <a:r>
              <a:t/>
            </a:r>
          </a:p>
          <a:p xmlns:a="http://schemas.openxmlformats.org/drawingml/2006/main">
            <a:r>
              <a:t>ENGLISH SCRIPT</a:t>
            </a:r>
          </a:p>
          <a:p xmlns:a="http://schemas.openxmlformats.org/drawingml/2006/main">
            <a:r>
              <a:t>The rectangle is our system boundary. The seven ellipses are the main use cases, and the external actor boxes show who participates. One person may hold several roles. Each member will explain one primary use case: event management, login, role management, booking or check-in. Register and browse complete the entry flow.</a:t>
            </a:r>
          </a:p>
          <a:p xmlns:a="http://schemas.openxmlformats.org/drawingml/2006/main">
            <a:r>
              <a:t/>
            </a:r>
          </a:p>
          <a:p xmlns:a="http://schemas.openxmlformats.org/drawingml/2006/main">
            <a:r>
              <a:t>中文讲稿</a:t>
            </a:r>
          </a:p>
          <a:p xmlns:a="http://schemas.openxmlformats.org/drawingml/2006/main">
            <a:r>
              <a:t>矩形是系统边界，七个椭圆是主要用例，外部角色框说明谁参与操作。一个人可以承担多个角色。每位成员会讲一个主要用例：活动管理、登录、角色管理、预订或核销，注册与浏览补充进入系统的流程。</a:t>
            </a:r>
          </a:p>
          <a:p xmlns:a="http://schemas.openxmlformats.org/drawingml/2006/main">
            <a:r>
              <a:t/>
            </a:r>
          </a:p>
          <a:p xmlns:a="http://schemas.openxmlformats.org/drawingml/2006/main">
            <a:r>
              <a:t>SOURCES</a:t>
            </a:r>
          </a:p>
          <a:p xmlns:a="http://schemas.openxmlformats.org/drawingml/2006/main">
            <a:r>
              <a:t>README.md; docs/sprint-3-api.zh-CN.md; docs/final-report.zh-CN.md</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4</a:t>
            </a:r>
          </a:p>
          <a:p xmlns:a="http://schemas.openxmlformats.org/drawingml/2006/main">
            <a:r>
              <a:t>TARGET: 00:55–01:15 (20 seconds)</a:t>
            </a:r>
          </a:p>
          <a:p xmlns:a="http://schemas.openxmlformats.org/drawingml/2006/main">
            <a:r>
              <a:t>CUE: 沿状态图讲DRAFT、PUBLISHED、CANCELLED，再指出下方约束。</a:t>
            </a:r>
          </a:p>
          <a:p xmlns:a="http://schemas.openxmlformats.org/drawingml/2006/main">
            <a:r>
              <a:t/>
            </a:r>
          </a:p>
          <a:p xmlns:a="http://schemas.openxmlformats.org/drawingml/2006/main">
            <a:r>
              <a:t>ENGLISH SCRIPT</a:t>
            </a:r>
          </a:p>
          <a:p xmlns:a="http://schemas.openxmlformats.org/drawingml/2006/main">
            <a:r>
              <a:t>My use case is event management. An organizer creates a draft, publishes it, or cancels it. Ownership checks protect editing. Version checks detect stale updates, and the event lock coordinates inventory changes and cancellation. This keeps lifecycle changes consistent with existing bookings.</a:t>
            </a:r>
          </a:p>
          <a:p xmlns:a="http://schemas.openxmlformats.org/drawingml/2006/main">
            <a:r>
              <a:t/>
            </a:r>
          </a:p>
          <a:p xmlns:a="http://schemas.openxmlformats.org/drawingml/2006/main">
            <a:r>
              <a:t>中文讲稿</a:t>
            </a:r>
          </a:p>
          <a:p xmlns:a="http://schemas.openxmlformats.org/drawingml/2006/main">
            <a:r>
              <a:t>我的用例是活动管理。组织者创建草稿、发布或取消活动。归属检查保护编辑，版本检查发现过期修改，活动锁协调库存变化和取消，使生命周期变更与已有订单保持一致。</a:t>
            </a:r>
          </a:p>
          <a:p xmlns:a="http://schemas.openxmlformats.org/drawingml/2006/main">
            <a:r>
              <a:t/>
            </a:r>
          </a:p>
          <a:p xmlns:a="http://schemas.openxmlformats.org/drawingml/2006/main">
            <a:r>
              <a:t>SOURCES</a:t>
            </a:r>
          </a:p>
          <a:p xmlns:a="http://schemas.openxmlformats.org/drawingml/2006/main">
            <a:r>
              <a:t>Source: project reports, source code and saved acceptance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5</a:t>
            </a:r>
          </a:p>
          <a:p xmlns:a="http://schemas.openxmlformats.org/drawingml/2006/main">
            <a:r>
              <a:t>TARGET: 01:15–02:05 (50 seconds)</a:t>
            </a:r>
          </a:p>
          <a:p xmlns:a="http://schemas.openxmlformats.org/drawingml/2006/main">
            <a:r>
              <a:t/>
            </a:r>
          </a:p>
          <a:p xmlns:a="http://schemas.openxmlformats.org/drawingml/2006/main">
            <a:r>
              <a:t>ENGLISH SCRIPT</a:t>
            </a:r>
          </a:p>
          <a:p xmlns:a="http://schemas.openxmlformats.org/drawingml/2006/main">
            <a:r>
              <a:t>We planned five sprints. The milestones show how the working system developed: Docker and browser acceptance in September, free booking integration on 6 October, cloud check-in and cancellation acceptance on 20 October, and capacity measurements on 21 October. Our completion checks include acceptance criteria, automated tests, peer review, CI artifacts and deployment evidence. These milestones are supported by project records. They do not imply that every planned feature or process activity is complete. We will separate the delivered scope from remaining limits on the next process slide.</a:t>
            </a:r>
          </a:p>
          <a:p xmlns:a="http://schemas.openxmlformats.org/drawingml/2006/main">
            <a:r>
              <a:t/>
            </a:r>
          </a:p>
          <a:p xmlns:a="http://schemas.openxmlformats.org/drawingml/2006/main">
            <a:r>
              <a:t>中文讲稿</a:t>
            </a:r>
          </a:p>
          <a:p xmlns:a="http://schemas.openxmlformats.org/drawingml/2006/main">
            <a:r>
              <a:t>我们计划五个Sprint。里程碑展示了系统的逐步交付：九月完成Docker与浏览器验收，十月六日集成免费预订，十月二十日完成云端核销及取消验收，二十一日记录容量测试。完成检查包含验收标准、自动测试、同伴审查、CI产物及部署证据。这些里程碑有项目记录支持，但不代表所有计划功能或过程活动都已完成。后面的过程页会区分已交付范围与剩余限制。</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6</a:t>
            </a:r>
          </a:p>
          <a:p xmlns:a="http://schemas.openxmlformats.org/drawingml/2006/main">
            <a:r>
              <a:t>TARGET: 02:05–02:40 (35 seconds)</a:t>
            </a:r>
          </a:p>
          <a:p xmlns:a="http://schemas.openxmlformats.org/drawingml/2006/main">
            <a:r>
              <a:t>CUE: 指个人Total列，不逐格读四个Sprint。</a:t>
            </a:r>
          </a:p>
          <a:p xmlns:a="http://schemas.openxmlformats.org/drawingml/2006/main">
            <a:r>
              <a:t/>
            </a:r>
          </a:p>
          <a:p xmlns:a="http://schemas.openxmlformats.org/drawingml/2006/main">
            <a:r>
              <a:t>ENGLISH SCRIPT</a:t>
            </a:r>
          </a:p>
          <a:p xmlns:a="http://schemas.openxmlformats.org/drawingml/2006/main">
            <a:r>
              <a:t>Lu Junyi presents event management and project conduct. Hu Jia covers architecture, login and test results. Chai Muyang covers users, roles and testing methods. Huang Haoyang covers booking analysis and design, Observer and Strategy. Luo Runzhou covers check-in, State and the database schema. Lu also leads both videos. The effort table records 476 hours of actual work across Sprints 1 to 4. Each row shows the hours contributed by that team member.</a:t>
            </a:r>
          </a:p>
          <a:p xmlns:a="http://schemas.openxmlformats.org/drawingml/2006/main">
            <a:r>
              <a:t>中文讲稿</a:t>
            </a:r>
          </a:p>
          <a:p xmlns:a="http://schemas.openxmlformats.org/drawingml/2006/main">
            <a:r>
              <a:t>Lu Junyi负责活动管理与项目过程；Hu Jia负责架构、登录和测试结果；Chai Muyang负责用户、角色和测试方法；Huang Haoyang负责预订分析设计、Observer与Strategy；Luo Runzhou负责核销、State和数据库。两段视频均由Lu串场。表中记录了Sprint 1至4的实际投入，合计476小时，每行列出对应成员在各Sprint的投入工时。</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7</a:t>
            </a:r>
          </a:p>
          <a:p xmlns:a="http://schemas.openxmlformats.org/drawingml/2006/main">
            <a:r>
              <a:t>TARGET: 02:40–03:30 (50 seconds)</a:t>
            </a:r>
          </a:p>
          <a:p xmlns:a="http://schemas.openxmlformats.org/drawingml/2006/main">
            <a:r>
              <a:t/>
            </a:r>
          </a:p>
          <a:p xmlns:a="http://schemas.openxmlformats.org/drawingml/2006/main">
            <a:r>
              <a:t>ENGLISH SCRIPT</a:t>
            </a:r>
          </a:p>
          <a:p xmlns:a="http://schemas.openxmlformats.org/drawingml/2006/main">
            <a:r>
              <a:t>The free-ticket lifecycle is delivered. Paid checkout remains deferred, the 1,000-VU mixed workload missed its latency target, and some cross-table JDBC access remains. Our retrospective focuses on two lessons. First, authorization and state changes need joint tests: staff revocation, repeated check-in and cancellation must preserve consistent ticket and attendance records. Second, passing at 500 virtual users does not establish capacity at 1,000. In the next sprint, we will freeze optional scope earlier, reserve integration and deployment time, and save browser acceptance evidence as each task finishes. At the next review, we will check the integrated flow and its evidence. Hu Jia will now explain the architecture and login design.</a:t>
            </a:r>
          </a:p>
          <a:p xmlns:a="http://schemas.openxmlformats.org/drawingml/2006/main">
            <a:r>
              <a:t>中文讲稿</a:t>
            </a:r>
          </a:p>
          <a:p xmlns:a="http://schemas.openxmlformats.org/drawingml/2006/main">
            <a:r>
              <a:t>免费票生命周期已经交付。付费结账仍延期，1000虚拟用户混合场景未达到延迟目标，部分跨表JDBC访问仍然存在。回顾有两个重点：第一，权限与状态变化需要联合测试，撤销工作人员权限、重复核销和取消活动，都必须保持票券与签到记录一致；第二，500虚拟用户测试通过，并不能代表1000用户也达到相同容量。下一Sprint，我们会更早冻结可选范围，预留集成与部署时间，并在每项任务完成时保存浏览器验收证据。下一次Review检查集成流程及对应证据。下面由Hu Jia介绍架构和登录设计。</a:t>
            </a:r>
          </a:p>
          <a:p xmlns:a="http://schemas.openxmlformats.org/drawingml/2006/main">
            <a:r>
              <a:t>SOURCES</a:t>
            </a:r>
          </a:p>
          <a:p xmlns:a="http://schemas.openxmlformats.org/drawingml/2006/main">
            <a:r>
              <a:t>Source: project reports, source code and saved acceptance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 Jia</a:t>
            </a:r>
          </a:p>
          <a:p xmlns:a="http://schemas.openxmlformats.org/drawingml/2006/main">
            <a:r>
              <a:t>SLIDE: 8</a:t>
            </a:r>
          </a:p>
          <a:p xmlns:a="http://schemas.openxmlformats.org/drawingml/2006/main">
            <a:r>
              <a:t>TARGET: 03:30–04:05 (35 seconds)</a:t>
            </a:r>
          </a:p>
          <a:p xmlns:a="http://schemas.openxmlformats.org/drawingml/2006/main">
            <a:r>
              <a:t/>
            </a:r>
          </a:p>
          <a:p xmlns:a="http://schemas.openxmlformats.org/drawingml/2006/main">
            <a:r>
              <a:t>ENGLISH SCRIPT</a:t>
            </a:r>
          </a:p>
          <a:p xmlns:a="http://schemas.openxmlformats.org/drawingml/2006/main">
            <a:r>
              <a:t>We chose a modular monolith to keep deployment and transaction coordination manageable. The enclosing component is one Spring Boot application. Its modules collaborate through public services and synchronous events. The dashed arrows show selected dependencies around booking. Booking, ticket issuance and notifications share one database transaction. This reduces coordination overhead, but module boundaries still need discipline: check-in and reporting contain documented cross-table JDBC access.</a:t>
            </a:r>
          </a:p>
          <a:p xmlns:a="http://schemas.openxmlformats.org/drawingml/2006/main">
            <a:r>
              <a:t/>
            </a:r>
          </a:p>
          <a:p xmlns:a="http://schemas.openxmlformats.org/drawingml/2006/main">
            <a:r>
              <a:t>中文讲稿</a:t>
            </a:r>
          </a:p>
          <a:p xmlns:a="http://schemas.openxmlformats.org/drawingml/2006/main">
            <a:r>
              <a:t>我们选择模块化单体，以控制部署与事务协调成本。外框是一个Spring Boot应用，内部模块通过公开服务和同步事件协作。虚线箭头展示预订相关的部分依赖。订单、出票和通知共享数据库事务，减少协调成本，但仍需维护模块边界：核销和报表存在已记录的跨表JDBC访问。</a:t>
            </a:r>
          </a:p>
          <a:p xmlns:a="http://schemas.openxmlformats.org/drawingml/2006/main">
            <a:r>
              <a:t/>
            </a:r>
          </a:p>
          <a:p xmlns:a="http://schemas.openxmlformats.org/drawingml/2006/main">
            <a:r>
              <a:t>SOURCES</a:t>
            </a:r>
          </a:p>
          <a:p xmlns:a="http://schemas.openxmlformats.org/drawingml/2006/main">
            <a:r>
              <a:t>docs/adr/0001-modular-monolith.md; BookingService.java; BookingConfirmationListener.java; BookingNotificationListener.java</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 Jia</a:t>
            </a:r>
          </a:p>
          <a:p xmlns:a="http://schemas.openxmlformats.org/drawingml/2006/main">
            <a:r>
              <a:t>SLIDE: 9</a:t>
            </a:r>
          </a:p>
          <a:p xmlns:a="http://schemas.openxmlformats.org/drawingml/2006/main">
            <a:r>
              <a:t>TARGET: 04:05–04:30 (25 seconds)</a:t>
            </a:r>
          </a:p>
          <a:p xmlns:a="http://schemas.openxmlformats.org/drawingml/2006/main">
            <a:r>
              <a:t/>
            </a:r>
          </a:p>
          <a:p xmlns:a="http://schemas.openxmlformats.org/drawingml/2006/main">
            <a:r>
              <a:t>ENGLISH SCRIPT</a:t>
            </a:r>
          </a:p>
          <a:p xmlns:a="http://schemas.openxmlformats.org/drawingml/2006/main">
            <a:r>
              <a:t>My use case is login. After authentication, the client receives a JWT. On protected requests, the server intersects the token roles with the user’s current database roles. Revoking a role therefore affects the next request, while a newly granted role requires another login. The token lifetime is one hour. Chai Muyang will explain role management.</a:t>
            </a:r>
          </a:p>
          <a:p xmlns:a="http://schemas.openxmlformats.org/drawingml/2006/main">
            <a:r>
              <a:t/>
            </a:r>
          </a:p>
          <a:p xmlns:a="http://schemas.openxmlformats.org/drawingml/2006/main">
            <a:r>
              <a:t>中文讲稿</a:t>
            </a:r>
          </a:p>
          <a:p xmlns:a="http://schemas.openxmlformats.org/drawingml/2006/main">
            <a:r>
              <a:t>我的用例是登录。认证成功后客户端取得JWT。访问受保护接口时，服务器取令牌角色与数据库当前角色的交集。因此撤权在下一次请求生效，新增角色需要重新登录。令牌有效期为一小时。下面由Chai Muyang介绍角色管理。</a:t>
            </a:r>
          </a:p>
          <a:p xmlns:a="http://schemas.openxmlformats.org/drawingml/2006/main">
            <a:r>
              <a:t/>
            </a:r>
          </a:p>
          <a:p xmlns:a="http://schemas.openxmlformats.org/drawingml/2006/main">
            <a:r>
              <a:t>SOURCES</a:t>
            </a:r>
          </a:p>
          <a:p xmlns:a="http://schemas.openxmlformats.org/drawingml/2006/main">
            <a:r>
              <a:t>Source: project reports, source code and saved acceptance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 Muyang</a:t>
            </a:r>
          </a:p>
          <a:p xmlns:a="http://schemas.openxmlformats.org/drawingml/2006/main">
            <a:r>
              <a:t>SLIDE: 10</a:t>
            </a:r>
          </a:p>
          <a:p xmlns:a="http://schemas.openxmlformats.org/drawingml/2006/main">
            <a:r>
              <a:t>TARGET: 04:30–05:15 (45 seconds)</a:t>
            </a:r>
          </a:p>
          <a:p xmlns:a="http://schemas.openxmlformats.org/drawingml/2006/main">
            <a:r>
              <a:t/>
            </a:r>
          </a:p>
          <a:p xmlns:a="http://schemas.openxmlformats.org/drawingml/2006/main">
            <a:r>
              <a:t>ENGLISH SCRIPT</a:t>
            </a:r>
          </a:p>
          <a:p xmlns:a="http://schemas.openxmlformats.org/drawingml/2006/main">
            <a:r>
              <a:t>My use case is user and role management. A role grants a capability, while ownership decides which resource the user may change. For example, an administrator still needs ownership to edit an event. A second design problem is protecting the last active administrator under concurrent updates. The server coordinates those changes rather than trusting separate client-side checks. Tests exercise concurrent demotion and revoked roles. A successful role change also creates an in-app notification. Huang Haoyang will now connect booking analysis to the implementation.</a:t>
            </a:r>
          </a:p>
          <a:p xmlns:a="http://schemas.openxmlformats.org/drawingml/2006/main">
            <a:r>
              <a:t/>
            </a:r>
          </a:p>
          <a:p xmlns:a="http://schemas.openxmlformats.org/drawingml/2006/main">
            <a:r>
              <a:t>中文讲稿</a:t>
            </a:r>
          </a:p>
          <a:p xmlns:a="http://schemas.openxmlformats.org/drawingml/2006/main">
            <a:r>
              <a:t>我的用例是用户与角色管理。角色决定具备什么能力，归属决定能修改哪个资源，例如管理员编辑活动仍需满足归属要求。另一个设计问题是在并发修改时保护最后一个有效管理员。服务器协调这些修改，不能只依赖各客户端独立检查。测试覆盖并发降权和角色撤销，成功的角色变更还会写入站内通知。下面由Huang Haoyang展示预订分析如何落实到实现。</a:t>
            </a:r>
          </a:p>
          <a:p xmlns:a="http://schemas.openxmlformats.org/drawingml/2006/main">
            <a:r>
              <a:t/>
            </a:r>
          </a:p>
          <a:p xmlns:a="http://schemas.openxmlformats.org/drawingml/2006/main">
            <a:r>
              <a:t>SOURCES</a:t>
            </a:r>
          </a:p>
          <a:p xmlns:a="http://schemas.openxmlformats.org/drawingml/2006/main">
            <a:r>
              <a:t>Source: project reports, source code and saved acceptance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Huang Haoyang</a:t>
            </a:r>
          </a:p>
          <a:p xmlns:a="http://schemas.openxmlformats.org/drawingml/2006/main">
            <a:r>
              <a:t>SLIDE: 11</a:t>
            </a:r>
          </a:p>
          <a:p xmlns:a="http://schemas.openxmlformats.org/drawingml/2006/main">
            <a:r>
              <a:t>TARGET: 05:15–05:40 (25 seconds)</a:t>
            </a:r>
          </a:p>
          <a:p xmlns:a="http://schemas.openxmlformats.org/drawingml/2006/main">
            <a:r>
              <a:t/>
            </a:r>
          </a:p>
          <a:p xmlns:a="http://schemas.openxmlformats.org/drawingml/2006/main">
            <a:r>
              <a:t>ENGLISH SCRIPT</a:t>
            </a:r>
          </a:p>
          <a:p xmlns:a="http://schemas.openxmlformats.org/drawingml/2006/main">
            <a:r>
              <a:t>My use case is ticket booking. In the analysis model, the boundary captures input, the control coordinates reservation, and the entities hold event, quota and booking information. Plain lines show collaboration, not execution order. The key requirement is that retries and competing requests must not create duplicate bookings or oversell inventory.</a:t>
            </a:r>
          </a:p>
          <a:p xmlns:a="http://schemas.openxmlformats.org/drawingml/2006/main">
            <a:r>
              <a:t/>
            </a:r>
          </a:p>
          <a:p xmlns:a="http://schemas.openxmlformats.org/drawingml/2006/main">
            <a:r>
              <a:t>中文讲稿</a:t>
            </a:r>
          </a:p>
          <a:p xmlns:a="http://schemas.openxmlformats.org/drawingml/2006/main">
            <a:r>
              <a:t>我的用例是票券预订。分析模型中，边界采集输入，控制对象编排预留，实体保存活动、配额和订单信息。实线表示协作，不是执行顺序。核心要求是重试与竞争请求不能造成重复订单或超卖。</a:t>
            </a:r>
          </a:p>
          <a:p xmlns:a="http://schemas.openxmlformats.org/drawingml/2006/main">
            <a:r>
              <a:t/>
            </a:r>
          </a:p>
          <a:p xmlns:a="http://schemas.openxmlformats.org/drawingml/2006/main">
            <a:r>
              <a:t>SOURCES</a:t>
            </a:r>
          </a:p>
          <a:p xmlns:a="http://schemas.openxmlformats.org/drawingml/2006/main">
            <a:r>
              <a:t>docs/final-report.zh-CN.md, requirements-to-implementation mapping; BookingService.java</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Huang Haoyang</a:t>
            </a:r>
          </a:p>
          <a:p xmlns:a="http://schemas.openxmlformats.org/drawingml/2006/main">
            <a:r>
              <a:t>SLIDE: 12</a:t>
            </a:r>
          </a:p>
          <a:p xmlns:a="http://schemas.openxmlformats.org/drawingml/2006/main">
            <a:r>
              <a:t>TARGET: 05:40–06:00 (20 seconds)</a:t>
            </a:r>
          </a:p>
          <a:p xmlns:a="http://schemas.openxmlformats.org/drawingml/2006/main">
            <a:r>
              <a:t/>
            </a:r>
          </a:p>
          <a:p xmlns:a="http://schemas.openxmlformats.org/drawingml/2006/main">
            <a:r>
              <a:t>ENGLISH SCRIPT</a:t>
            </a:r>
          </a:p>
          <a:p xmlns:a="http://schemas.openxmlformats.org/drawingml/2006/main">
            <a:r>
              <a:t>The design maps those responsibilities to code. BookingController handles the boundary, and BookingService coordinates the workflow. The service uses BookingRequestLock, BookingInfoValidator and BookingRepository. The dashed dependencies show how concurrency, validation and persistence are separated into explicit collaborators.</a:t>
            </a:r>
          </a:p>
          <a:p xmlns:a="http://schemas.openxmlformats.org/drawingml/2006/main">
            <a:r>
              <a:t/>
            </a:r>
          </a:p>
          <a:p xmlns:a="http://schemas.openxmlformats.org/drawingml/2006/main">
            <a:r>
              <a:t>中文讲稿</a:t>
            </a:r>
          </a:p>
          <a:p xmlns:a="http://schemas.openxmlformats.org/drawingml/2006/main">
            <a:r>
              <a:t>设计把这些职责落实到代码：BookingController处理边界，BookingService编排流程，再调用请求锁、资料验证器和订单仓储。虚线依赖说明并发、验证和持久化分别由明确的协作者承担。</a:t>
            </a:r>
          </a:p>
          <a:p xmlns:a="http://schemas.openxmlformats.org/drawingml/2006/main">
            <a:r>
              <a:t/>
            </a:r>
          </a:p>
          <a:p xmlns:a="http://schemas.openxmlformats.org/drawingml/2006/main">
            <a:r>
              <a:t>SOURCES</a:t>
            </a:r>
          </a:p>
          <a:p xmlns:a="http://schemas.openxmlformats.org/drawingml/2006/main">
            <a:r>
              <a:t>BookingController.java; BookingService.java; BookingRequestLock.java; BookingInfoValidator.java; BookingRepository.java</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Huang Haoyang</a:t>
            </a:r>
          </a:p>
          <a:p xmlns:a="http://schemas.openxmlformats.org/drawingml/2006/main">
            <a:r>
              <a:t>SLIDE: 13</a:t>
            </a:r>
          </a:p>
          <a:p xmlns:a="http://schemas.openxmlformats.org/drawingml/2006/main">
            <a:r>
              <a:t>TARGET: 06:00–06:30 (30 seconds)</a:t>
            </a:r>
          </a:p>
          <a:p xmlns:a="http://schemas.openxmlformats.org/drawingml/2006/main">
            <a:r>
              <a:t/>
            </a:r>
          </a:p>
          <a:p xmlns:a="http://schemas.openxmlformats.org/drawingml/2006/main">
            <a:r>
              <a:t>ENGLISH SCRIPT</a:t>
            </a:r>
          </a:p>
          <a:p xmlns:a="http://schemas.openxmlformats.org/drawingml/2006/main">
            <a:r>
              <a:t>Read downward along the lifelines. The service locks the request key and checks for a prior result, locks the event, validates information, reserves stock, and saves the booking. It then publishes BookingConfirmed synchronously. Ticket and notification listeners finish before the call returns. All writes share one transaction, so a failure rolls everything back. Matching retries return the prior result.</a:t>
            </a:r>
          </a:p>
          <a:p xmlns:a="http://schemas.openxmlformats.org/drawingml/2006/main">
            <a:r>
              <a:t/>
            </a:r>
          </a:p>
          <a:p xmlns:a="http://schemas.openxmlformats.org/drawingml/2006/main">
            <a:r>
              <a:t>中文讲稿</a:t>
            </a:r>
          </a:p>
          <a:p xmlns:a="http://schemas.openxmlformats.org/drawingml/2006/main">
            <a:r>
              <a:t>沿生命线从上往下读：服务锁定请求键并检查旧结果，锁活动，校验资料，预留库存，保存订单，然后同步发布BookingConfirmed。出票和通知监听器在调用返回前完成，所有写入处于同一事务，失败时一起回滚。参数一致的重试返回原结果。</a:t>
            </a:r>
          </a:p>
          <a:p xmlns:a="http://schemas.openxmlformats.org/drawingml/2006/main">
            <a:r>
              <a:t/>
            </a:r>
          </a:p>
          <a:p xmlns:a="http://schemas.openxmlformats.org/drawingml/2006/main">
            <a:r>
              <a:t>SOURCES</a:t>
            </a:r>
          </a:p>
          <a:p xmlns:a="http://schemas.openxmlformats.org/drawingml/2006/main">
            <a:r>
              <a:t>BookingService.create; BookingRequestLock; EventAccessService; TicketReservationService; booking event listeners</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Huang Haoyang</a:t>
            </a:r>
          </a:p>
          <a:p xmlns:a="http://schemas.openxmlformats.org/drawingml/2006/main">
            <a:r>
              <a:t>SLIDE: 14</a:t>
            </a:r>
          </a:p>
          <a:p xmlns:a="http://schemas.openxmlformats.org/drawingml/2006/main">
            <a:r>
              <a:t>TARGET: 06:30–07:00 (30 seconds)</a:t>
            </a:r>
          </a:p>
          <a:p xmlns:a="http://schemas.openxmlformats.org/drawingml/2006/main">
            <a:r>
              <a:t/>
            </a:r>
          </a:p>
          <a:p xmlns:a="http://schemas.openxmlformats.org/drawingml/2006/main">
            <a:r>
              <a:t>ENGLISH SCRIPT</a:t>
            </a:r>
          </a:p>
          <a:p xmlns:a="http://schemas.openxmlformats.org/drawingml/2006/main">
            <a:r>
              <a:t>Observer separates booking confirmation from ticket issuance and notification, while keeping listeners synchronous. Strategy gives different booking fields their own validation rules, shared by booking and pre-registration. The tests connect patterns to outcomes: listener failure rolls back the booking, and invalid email input cannot reserve stock. Luo Runzhou will explain the State pattern through check-in, then the database schema.</a:t>
            </a:r>
          </a:p>
          <a:p xmlns:a="http://schemas.openxmlformats.org/drawingml/2006/main">
            <a:r>
              <a:t/>
            </a:r>
          </a:p>
          <a:p xmlns:a="http://schemas.openxmlformats.org/drawingml/2006/main">
            <a:r>
              <a:t>中文讲稿</a:t>
            </a:r>
          </a:p>
          <a:p xmlns:a="http://schemas.openxmlformats.org/drawingml/2006/main">
            <a:r>
              <a:t>Observer分离订单确认、出票和通知职责，同时保持监听器同步。Strategy为不同报名字段提供独立校验规则，由预订和预登记共用。测试把模式与结果连接起来：监听器失败会回滚订单，错误邮箱无法占库存。下面由Luo Runzhou结合核销解释State模式，再介绍数据库结构。</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Luo Runzhou</a:t>
            </a:r>
          </a:p>
          <a:p xmlns:a="http://schemas.openxmlformats.org/drawingml/2006/main">
            <a:r>
              <a:t>SLIDE: 15</a:t>
            </a:r>
          </a:p>
          <a:p xmlns:a="http://schemas.openxmlformats.org/drawingml/2006/main">
            <a:r>
              <a:t>TARGET: 07:00–07:35 (35 seconds)</a:t>
            </a:r>
          </a:p>
          <a:p xmlns:a="http://schemas.openxmlformats.org/drawingml/2006/main">
            <a:r>
              <a:t/>
            </a:r>
          </a:p>
          <a:p xmlns:a="http://schemas.openxmlformats.org/drawingml/2006/main">
            <a:r>
              <a:t>ENGLISH SCRIPT</a:t>
            </a:r>
          </a:p>
          <a:p xmlns:a="http://schemas.openxmlformats.org/drawingml/2006/main">
            <a:r>
              <a:t>My use case is ticket check-in. Before changing state, the server checks the staff role, event assignment and admission window. In the diagram, a VALID ticket becomes CHECKED_IN after successful admission. Another check-in is rejected. Event cancellation can move a checked-in ticket to VOID while preserving its audit history. IssuedTicket delegates these lifecycle decisions to TicketState implementations. Authorization and locking remain outside that pattern.</a:t>
            </a:r>
          </a:p>
          <a:p xmlns:a="http://schemas.openxmlformats.org/drawingml/2006/main">
            <a:r>
              <a:t/>
            </a:r>
          </a:p>
          <a:p xmlns:a="http://schemas.openxmlformats.org/drawingml/2006/main">
            <a:r>
              <a:t>中文讲稿</a:t>
            </a:r>
          </a:p>
          <a:p xmlns:a="http://schemas.openxmlformats.org/drawingml/2006/main">
            <a:r>
              <a:t>我的用例是票券核销。改变状态前，服务器检查Staff角色、活动分配和入场窗口。图中VALID票成功入场后转为CHECKED_IN，再次核销会被拒绝。活动取消可以将已核销票转为VOID，同时保留审计历史。IssuedTicket把生命周期行为委托给TicketState实现，授权和加锁仍由模式之外的逻辑负责。</a:t>
            </a:r>
          </a:p>
          <a:p xmlns:a="http://schemas.openxmlformats.org/drawingml/2006/main">
            <a:r>
              <a:t/>
            </a:r>
          </a:p>
          <a:p xmlns:a="http://schemas.openxmlformats.org/drawingml/2006/main">
            <a:r>
              <a:t>SOURCES</a:t>
            </a:r>
          </a:p>
          <a:p xmlns:a="http://schemas.openxmlformats.org/drawingml/2006/main">
            <a:r>
              <a:t>IssuedTicket.java; TicketState.java; ValidTicketState.java; CheckedInTicketState.java; VoidTicketState.java; docs/sprint-4-cancellation.zh-CN.md</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Luo Runzhou</a:t>
            </a:r>
          </a:p>
          <a:p xmlns:a="http://schemas.openxmlformats.org/drawingml/2006/main">
            <a:r>
              <a:t>SLIDE: 16</a:t>
            </a:r>
          </a:p>
          <a:p xmlns:a="http://schemas.openxmlformats.org/drawingml/2006/main">
            <a:r>
              <a:t>TARGET: 07:35–08:00 (25 seconds)</a:t>
            </a:r>
          </a:p>
          <a:p xmlns:a="http://schemas.openxmlformats.org/drawingml/2006/main">
            <a:r>
              <a:t/>
            </a:r>
          </a:p>
          <a:p xmlns:a="http://schemas.openxmlformats.org/drawingml/2006/main">
            <a:r>
              <a:t>ENGLISH SCRIPT</a:t>
            </a:r>
          </a:p>
          <a:p xmlns:a="http://schemas.openxmlformats.org/drawingml/2006/main">
            <a:r>
              <a:t>The ERD shows users, events, ticket types and bookings. Double bars mean exactly one, and a circle with a crow’s foot means zero or many. Each booking belongs to one user, event and ticket type. Primary and foreign keys enforce those relationships. The user and request-key pair is unique for idempotency.</a:t>
            </a:r>
          </a:p>
          <a:p xmlns:a="http://schemas.openxmlformats.org/drawingml/2006/main">
            <a:r>
              <a:t/>
            </a:r>
          </a:p>
          <a:p xmlns:a="http://schemas.openxmlformats.org/drawingml/2006/main">
            <a:r>
              <a:t>中文讲稿</a:t>
            </a:r>
          </a:p>
          <a:p xmlns:a="http://schemas.openxmlformats.org/drawingml/2006/main">
            <a:r>
              <a:t>ERD展示用户、活动、票种和订单。双竖线表示恰好一个，圆圈加乌鸦脚表示零到多个。每个订单关联一个用户、活动和票种，主外键约束这些关系，用户与请求键组合唯一以支持幂等。</a:t>
            </a:r>
          </a:p>
          <a:p xmlns:a="http://schemas.openxmlformats.org/drawingml/2006/main">
            <a:r>
              <a:t/>
            </a:r>
          </a:p>
          <a:p xmlns:a="http://schemas.openxmlformats.org/drawingml/2006/main">
            <a:r>
              <a:t>SOURCES</a:t>
            </a:r>
          </a:p>
          <a:p xmlns:a="http://schemas.openxmlformats.org/drawingml/2006/main">
            <a:r>
              <a:t>docs/database/README.md; V202609211600__create_events.sql; V202610060400__create_ticket_types.sql; V202610060500__create_bookings.sql</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Luo Runzhou</a:t>
            </a:r>
          </a:p>
          <a:p xmlns:a="http://schemas.openxmlformats.org/drawingml/2006/main">
            <a:r>
              <a:t>SLIDE: 17</a:t>
            </a:r>
          </a:p>
          <a:p xmlns:a="http://schemas.openxmlformats.org/drawingml/2006/main">
            <a:r>
              <a:t>TARGET: 08:00–08:30 (30 seconds)</a:t>
            </a:r>
          </a:p>
          <a:p xmlns:a="http://schemas.openxmlformats.org/drawingml/2006/main">
            <a:r>
              <a:t/>
            </a:r>
          </a:p>
          <a:p xmlns:a="http://schemas.openxmlformats.org/drawingml/2006/main">
            <a:r>
              <a:t>ENGLISH SCRIPT</a:t>
            </a:r>
          </a:p>
          <a:p xmlns:a="http://schemas.openxmlformats.org/drawingml/2006/main">
            <a:r>
              <a:t>A booking produces individual tickets. The composite booking and event foreign key prevents cross-event mismatches. The booking and ordinal pair prevents duplicate issuance. A unique ticket reference permits at most one check-in audit record per ticket. Cancellation voids the ticket but retains admission evidence, so reports distinguish current attendance from historical check-ins. Chai Muyang will now explain how we tested these guarantees.</a:t>
            </a:r>
          </a:p>
          <a:p xmlns:a="http://schemas.openxmlformats.org/drawingml/2006/main">
            <a:r>
              <a:t/>
            </a:r>
          </a:p>
          <a:p xmlns:a="http://schemas.openxmlformats.org/drawingml/2006/main">
            <a:r>
              <a:t>中文讲稿</a:t>
            </a:r>
          </a:p>
          <a:p xmlns:a="http://schemas.openxmlformats.org/drawingml/2006/main">
            <a:r>
              <a:t>一个订单生成多张独立票。订单与活动的复合外键防止跨活动关联，订单与序号组合唯一防止重复出票。核销表的票引用唯一，因此每张票最多对应一条核销审计。取消作废票但保留入场证据，所以报表区分当前有效出席与历史核销。下面由Chai Muyang说明如何测试这些保证。</a:t>
            </a:r>
          </a:p>
          <a:p xmlns:a="http://schemas.openxmlformats.org/drawingml/2006/main">
            <a:r>
              <a:t/>
            </a:r>
          </a:p>
          <a:p xmlns:a="http://schemas.openxmlformats.org/drawingml/2006/main">
            <a:r>
              <a:t>SOURCES</a:t>
            </a:r>
          </a:p>
          <a:p xmlns:a="http://schemas.openxmlformats.org/drawingml/2006/main">
            <a:r>
              <a:t>docs/database/README.md; V202610160100__create_issued_tickets.sql; V202610190100__staff_check_in.sql</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 Muyang</a:t>
            </a:r>
          </a:p>
          <a:p xmlns:a="http://schemas.openxmlformats.org/drawingml/2006/main">
            <a:r>
              <a:t>SLIDE: 18</a:t>
            </a:r>
          </a:p>
          <a:p xmlns:a="http://schemas.openxmlformats.org/drawingml/2006/main">
            <a:r>
              <a:t>TARGET: 08:30–09:40 (70 seconds)</a:t>
            </a:r>
          </a:p>
          <a:p xmlns:a="http://schemas.openxmlformats.org/drawingml/2006/main">
            <a:r>
              <a:t/>
            </a:r>
          </a:p>
          <a:p xmlns:a="http://schemas.openxmlformats.org/drawingml/2006/main">
            <a:r>
              <a:t>ENGLISH SCRIPT</a:t>
            </a:r>
          </a:p>
          <a:p xmlns:a="http://schemas.openxmlformats.org/drawingml/2006/main">
            <a:r>
              <a:t>Our testing combines different levels of evidence. Backend unit tests exercise domain rules and validation. PostgreSQL integration tests check real constraints, locks and transaction behavior. For example, a listener failure must roll back the booking and reserved stock, and competing requests for the last ticket must not oversell it. Frontend component tests exercise interface behavior with mocked APIs, while separate browser acceptance checks the deployed user journey. The recorded release has 215 passing backend tests and 244 passing frontend tests, with one optional backend comparison skipped. These counts do not mean that every possible behavior is covered. We also keep current test counts separate from historical coverage figures. Full browser end-to-end testing is not a CI gate.</a:t>
            </a:r>
          </a:p>
          <a:p xmlns:a="http://schemas.openxmlformats.org/drawingml/2006/main">
            <a:r>
              <a:t/>
            </a:r>
          </a:p>
          <a:p xmlns:a="http://schemas.openxmlformats.org/drawingml/2006/main">
            <a:r>
              <a:t>中文讲稿</a:t>
            </a:r>
          </a:p>
          <a:p xmlns:a="http://schemas.openxmlformats.org/drawingml/2006/main">
            <a:r>
              <a:t>我们的测试结合多个层次的证据。后端单元测试验证领域规则和资料校验，PostgreSQL集成测试验证真实约束、锁和事务，例如监听器失败必须回滚订单及库存，竞争最后一张票不能超卖。前端组件测试使用模拟API验证界面行为，独立浏览器验收检查部署后的用户流程。发布记录是后端215项通过、前端244项通过，另有一项可选后端比较测试跳过。这些数量不代表所有行为都被覆盖，当前测试数量与历史覆盖率也分开标注。完整浏览器端到端测试目前不是CI门禁。</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 Muyang</a:t>
            </a:r>
          </a:p>
          <a:p xmlns:a="http://schemas.openxmlformats.org/drawingml/2006/main">
            <a:r>
              <a:t>SLIDE: 19</a:t>
            </a:r>
          </a:p>
          <a:p xmlns:a="http://schemas.openxmlformats.org/drawingml/2006/main">
            <a:r>
              <a:t>TARGET: 09:40–10:20 (40 seconds)</a:t>
            </a:r>
          </a:p>
          <a:p xmlns:a="http://schemas.openxmlformats.org/drawingml/2006/main">
            <a:r>
              <a:t/>
            </a:r>
          </a:p>
          <a:p xmlns:a="http://schemas.openxmlformats.org/drawingml/2006/main">
            <a:r>
              <a:t>ENGLISH SCRIPT</a:t>
            </a:r>
          </a:p>
          <a:p xmlns:a="http://schemas.openxmlformats.org/drawingml/2006/main">
            <a:r>
              <a:t>Performance tests use explicit request models. Read users fetch event lists, details, profiles and orders with one second of think time. Mixed users add booking, ticket reads and cancellation every five iterations across ten events. Inventory contention is a separate one-attempt workload. Passing requires both overall and endpoint p95 below three seconds and all checks passing. These are scripted virtual users on a shared two-vCPU host, so virtual users are not the same as requests per second or real browsers. Hu Jia will now explain the measured results and their limits.</a:t>
            </a:r>
          </a:p>
          <a:p xmlns:a="http://schemas.openxmlformats.org/drawingml/2006/main">
            <a:r>
              <a:t/>
            </a:r>
          </a:p>
          <a:p xmlns:a="http://schemas.openxmlformats.org/drawingml/2006/main">
            <a:r>
              <a:t>中文讲稿</a:t>
            </a:r>
          </a:p>
          <a:p xmlns:a="http://schemas.openxmlformats.org/drawingml/2006/main">
            <a:r>
              <a:t>性能测试使用明确的请求模型。读取用户访问活动列表、详情、资料及订单，思考时间一秒；混合用户每五轮加入预订、查票和取消，分布在十个活动。库存竞争是单独的一次尝试场景。通过要求为总体及各端点p95低于三秒，且所有检查通过。这些是在共享双核主机上运行的脚本虚拟用户，不等于每秒请求数或真实浏览器数。下面由Hu Jia介绍实测结果及其边界。</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 Jia</a:t>
            </a:r>
          </a:p>
          <a:p xmlns:a="http://schemas.openxmlformats.org/drawingml/2006/main">
            <a:r>
              <a:t>SLIDE: 20</a:t>
            </a:r>
          </a:p>
          <a:p xmlns:a="http://schemas.openxmlformats.org/drawingml/2006/main">
            <a:r>
              <a:t>TARGET: 10:20–11:00 (40 seconds)</a:t>
            </a:r>
          </a:p>
          <a:p xmlns:a="http://schemas.openxmlformats.org/drawingml/2006/main">
            <a:r>
              <a:t/>
            </a:r>
          </a:p>
          <a:p xmlns:a="http://schemas.openxmlformats.org/drawingml/2006/main">
            <a:r>
              <a:t>ENGLISH SCRIPT</a:t>
            </a:r>
          </a:p>
          <a:p xmlns:a="http://schemas.openxmlformats.org/drawingml/2006/main">
            <a:r>
              <a:t>The four bars show hold-phase p95. At 500 virtual users, read and mixed workloads reached 2.056 and 1.923 seconds and passed. At 1,000, read reached 2.938 seconds, but mixed reached 3.509 and failed latency. These four scenarios recorded no request errors. The 500-user hold lasted thirty seconds, while the 1,000-user hold lasted three minutes. We therefore report these measured scenarios rather than claiming sustained production capacity or complete achievement of the original 1,000-user target.</a:t>
            </a:r>
          </a:p>
          <a:p xmlns:a="http://schemas.openxmlformats.org/drawingml/2006/main">
            <a:r>
              <a:t/>
            </a:r>
          </a:p>
          <a:p xmlns:a="http://schemas.openxmlformats.org/drawingml/2006/main">
            <a:r>
              <a:t>中文讲稿</a:t>
            </a:r>
          </a:p>
          <a:p xmlns:a="http://schemas.openxmlformats.org/drawingml/2006/main">
            <a:r>
              <a:t>四根柱表示保持阶段p95。500虚拟用户下，读取与混合分别为2.056和1.923秒，均通过。1000用户下读取为2.938秒，混合为3.509秒，混合延迟未通过。这四个场景没有请求错误。500用户保持30秒，1000用户保持三分钟，因此我们报告这些具体场景，不宣称长期生产容量，也不声称全面达成原1000用户目标。</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 Jia</a:t>
            </a:r>
          </a:p>
          <a:p xmlns:a="http://schemas.openxmlformats.org/drawingml/2006/main">
            <a:r>
              <a:t>SLIDE: 21</a:t>
            </a:r>
          </a:p>
          <a:p xmlns:a="http://schemas.openxmlformats.org/drawingml/2006/main">
            <a:r>
              <a:t>TARGET: 11:00–11:30 (30 seconds)</a:t>
            </a:r>
          </a:p>
          <a:p xmlns:a="http://schemas.openxmlformats.org/drawingml/2006/main">
            <a:r>
              <a:t/>
            </a:r>
          </a:p>
          <a:p xmlns:a="http://schemas.openxmlformats.org/drawingml/2006/main">
            <a:r>
              <a:t>ENGLISH SCRIPT</a:t>
            </a:r>
          </a:p>
          <a:p xmlns:a="http://schemas.openxmlformats.org/drawingml/2006/main">
            <a:r>
              <a:t>The contention test sold exactly one hundred tickets without overselling, but failed latency and recorded one connection refusal. Security evidence comes from passive, unauthenticated DAST, with two scoped dependency exceptions still open. Recovery testing covers an isolated database restore, not complete host recovery. Paid checkout remains deferred. These boundaries matter when interpreting the results. Lu will now lead both recorded demonstrations.</a:t>
            </a:r>
          </a:p>
          <a:p xmlns:a="http://schemas.openxmlformats.org/drawingml/2006/main">
            <a:r>
              <a:t/>
            </a:r>
          </a:p>
          <a:p xmlns:a="http://schemas.openxmlformats.org/drawingml/2006/main">
            <a:r>
              <a:t>中文讲稿</a:t>
            </a:r>
          </a:p>
          <a:p xmlns:a="http://schemas.openxmlformats.org/drawingml/2006/main">
            <a:r>
              <a:t>库存竞争恰好售出100张票，没有超卖，但延迟未通过，且有一次连接拒绝。安全证据来自未认证被动DAST，仍有两项限定范围依赖例外。恢复测试覆盖隔离数据库恢复，不是整机恢复。付费结账仍延期。理解结果时必须保留这些边界。下面由Lu带领两段录像演示。</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22</a:t>
            </a:r>
          </a:p>
          <a:p xmlns:a="http://schemas.openxmlformats.org/drawingml/2006/main">
            <a:r>
              <a:t>TARGET: 11:49 video</a:t>
            </a:r>
          </a:p>
          <a:p xmlns:a="http://schemas.openxmlformats.org/drawingml/2006/main">
            <a:r>
              <a:t>CUE: 在上一页结束时完成这段导入，再切入本页。进入本页即自动全屏播放，不叠加朗读讲稿。录像11:49。</a:t>
            </a:r>
          </a:p>
          <a:p xmlns:a="http://schemas.openxmlformats.org/drawingml/2006/main">
            <a:r>
              <a:t/>
            </a:r>
          </a:p>
          <a:p xmlns:a="http://schemas.openxmlformats.org/drawingml/2006/main">
            <a:r>
              <a:t>ENGLISH SCRIPT</a:t>
            </a:r>
          </a:p>
          <a:p xmlns:a="http://schemas.openxmlformats.org/drawingml/2006/main">
            <a:r>
              <a:t>We will now watch the complete CI/CD recording. It shows source review, tests, scans, image publishing and deployment checks using historical runs. After this video, we will move directly to the system demonstration.</a:t>
            </a:r>
          </a:p>
          <a:p xmlns:a="http://schemas.openxmlformats.org/drawingml/2006/main">
            <a:r>
              <a:t/>
            </a:r>
          </a:p>
          <a:p xmlns:a="http://schemas.openxmlformats.org/drawingml/2006/main">
            <a:r>
              <a:t>中文讲稿</a:t>
            </a:r>
          </a:p>
          <a:p xmlns:a="http://schemas.openxmlformats.org/drawingml/2006/main">
            <a:r>
              <a:t>下面播放完整CI/CD录像，使用历史运行展示代码审查、测试、扫描、镜像发布和部署检查。视频结束后直接进入系统演示。</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23</a:t>
            </a:r>
          </a:p>
          <a:p xmlns:a="http://schemas.openxmlformats.org/drawingml/2006/main">
            <a:r>
              <a:t>TARGET: 8:43 video</a:t>
            </a:r>
          </a:p>
          <a:p xmlns:a="http://schemas.openxmlformats.org/drawingml/2006/main">
            <a:r>
              <a:t>CUE: 上一段结束后先说导入，再切入本页。进入本页即自动全屏播放。录像8:43。</a:t>
            </a:r>
          </a:p>
          <a:p xmlns:a="http://schemas.openxmlformats.org/drawingml/2006/main">
            <a:r>
              <a:t/>
            </a:r>
          </a:p>
          <a:p xmlns:a="http://schemas.openxmlformats.org/drawingml/2006/main">
            <a:r>
              <a:t>ENGLISH SCRIPT</a:t>
            </a:r>
          </a:p>
          <a:p xmlns:a="http://schemas.openxmlformats.org/drawingml/2006/main">
            <a:r>
              <a:t>The second recording follows the delivered event lifecycle: publication, booking, ticket issuance, check-in, duplicate rejection and cancellation. Watch how the roles and audit records connect to the design we explained.</a:t>
            </a:r>
          </a:p>
          <a:p xmlns:a="http://schemas.openxmlformats.org/drawingml/2006/main">
            <a:r>
              <a:t/>
            </a:r>
          </a:p>
          <a:p xmlns:a="http://schemas.openxmlformats.org/drawingml/2006/main">
            <a:r>
              <a:t>中文讲稿</a:t>
            </a:r>
          </a:p>
          <a:p xmlns:a="http://schemas.openxmlformats.org/drawingml/2006/main">
            <a:r>
              <a:t>第二段录像沿已交付的活动生命周期展示发布、预订、出票、核销、重复拒绝及取消。请观察角色与审计记录如何对应前面介绍的设计。</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24</a:t>
            </a:r>
          </a:p>
          <a:p xmlns:a="http://schemas.openxmlformats.org/drawingml/2006/main">
            <a:r>
              <a:t>TARGET: Q&amp;A</a:t>
            </a:r>
          </a:p>
          <a:p xmlns:a="http://schemas.openxmlformats.org/drawingml/2006/main">
            <a:r>
              <a:t>CUE: 视频导入、结语和问答不计入前三部分11:30。</a:t>
            </a:r>
          </a:p>
          <a:p xmlns:a="http://schemas.openxmlformats.org/drawingml/2006/main">
            <a:r>
              <a:t/>
            </a:r>
          </a:p>
          <a:p xmlns:a="http://schemas.openxmlformats.org/drawingml/2006/main">
            <a:r>
              <a:t>ENGLISH SCRIPT</a:t>
            </a:r>
          </a:p>
          <a:p xmlns:a="http://schemas.openxmlformats.org/drawingml/2006/main">
            <a:r>
              <a:t>That concludes our presentation. We have delivered the free-ticket lifecycle and demonstrated its consistency checks, deployment pipeline and measured limits. We are ready for questions. I will direct each question to the member responsible for that use case or technical area.</a:t>
            </a:r>
          </a:p>
          <a:p xmlns:a="http://schemas.openxmlformats.org/drawingml/2006/main">
            <a:r>
              <a:t/>
            </a:r>
          </a:p>
          <a:p xmlns:a="http://schemas.openxmlformats.org/drawingml/2006/main">
            <a:r>
              <a:t>中文讲稿</a:t>
            </a:r>
          </a:p>
          <a:p xmlns:a="http://schemas.openxmlformats.org/drawingml/2006/main">
            <a:r>
              <a:t>我们的展示到此结束。我们交付了免费票生命周期，并展示了一致性保护、交付流水线及测量到的限制。欢迎提问，我会将问题交给对应的用例或技术负责人。</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Huang Haoyang</a:t>
            </a:r>
          </a:p>
          <a:p xmlns:a="http://schemas.openxmlformats.org/drawingml/2006/main">
            <a:r>
              <a:t>SLIDE: 25</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The top-left class saves the booking and creates BookingConfirmed, whose two fields identify the booking and event. BookingService uses the ApplicationEventPublisher interface shown below it. Spring then dispatches the event to annotated listener methods. The ticketing listener issues tickets, while the booking notification listener writes the in-app notification. The dashed class arrows mean dependencies, not inheritance or a guaranteed listener order. Both listeners require the existing transaction through MANDATORY. A failure rolls back the booking, stock and dependent writes. This is our concrete Observer implementation, with annotation-based listeners rather than a custom observer interface.</a:t>
            </a:r>
          </a:p>
          <a:p xmlns:a="http://schemas.openxmlformats.org/drawingml/2006/main">
            <a:r>
              <a:t/>
            </a:r>
          </a:p>
          <a:p xmlns:a="http://schemas.openxmlformats.org/drawingml/2006/main">
            <a:r>
              <a:t>中文讲稿</a:t>
            </a:r>
          </a:p>
          <a:p xmlns:a="http://schemas.openxmlformats.org/drawingml/2006/main">
            <a:r>
              <a:t>左上角BookingService先保存订单，再创建包含订单和活动ID的BookingConfirmed。它调用下方ApplicationEventPublisher接口，Spring将事件分派给标注了EventListener的方法。出票监听器负责出票，通知监听器负责站内通知。虚线箭头表示依赖，不表示继承，也不承诺监听器执行顺序。两个监听器通过MANDATORY要求加入已有事务；失败会回滚订单、库存及相关写入。这是基于注解监听器的Observer实现，没有额外虚构自定义Observer接口。</a:t>
            </a:r>
          </a:p>
          <a:p xmlns:a="http://schemas.openxmlformats.org/drawingml/2006/main">
            <a:r>
              <a:t/>
            </a:r>
          </a:p>
          <a:p xmlns:a="http://schemas.openxmlformats.org/drawingml/2006/main">
            <a:r>
              <a:t>SOURCES</a:t>
            </a:r>
          </a:p>
          <a:p xmlns:a="http://schemas.openxmlformats.org/drawingml/2006/main">
            <a:r>
              <a:t>BookingService.java; BookingConfirmed.java; BookingConfirmationListener.java; BookingNotificationListener.java</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Huang Haoyang</a:t>
            </a:r>
          </a:p>
          <a:p xmlns:a="http://schemas.openxmlformats.org/drawingml/2006/main">
            <a:r>
              <a:t>SLIDE: 26</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Start with the context on the left. BookingInfoValidator owns a list of fields, and each field holds a validation strategy. It first performs common presence and privacy checks, then delegates to the interface on the right. Read the dashed lines ending in a hollow triangle as interface realization. The three concrete strategies validate text length, email constraints, and phone format and length. The tilde marks package visibility on the context method. BookingService and PreRegistrationService share the validator. For booking, invalid input is rejected before stock reservation. These strategies validate content, not the real-world existence of an email address or phone number.</a:t>
            </a:r>
          </a:p>
          <a:p xmlns:a="http://schemas.openxmlformats.org/drawingml/2006/main">
            <a:r>
              <a:t/>
            </a:r>
          </a:p>
          <a:p xmlns:a="http://schemas.openxmlformats.org/drawingml/2006/main">
            <a:r>
              <a:t>中文讲稿</a:t>
            </a:r>
          </a:p>
          <a:p xmlns:a="http://schemas.openxmlformats.org/drawingml/2006/main">
            <a:r>
              <a:t>先看左侧上下文BookingInfoValidator。它保存字段列表，每个字段关联一个策略。它先检查公共的必填及隐私要求，再委托右边策略接口。虚线加空心三角表示接口实现，三个具体策略分别验证文本长度、邮箱约束、电话格式与长度。上下文方法的波浪号表示包内可见。预订和预登记共用验证器；预订时，无效输入在占库存之前被拒绝。这些规则验证内容格式，不证明邮箱或电话号码真实存在。</a:t>
            </a:r>
          </a:p>
          <a:p xmlns:a="http://schemas.openxmlformats.org/drawingml/2006/main">
            <a:r>
              <a:t/>
            </a:r>
          </a:p>
          <a:p xmlns:a="http://schemas.openxmlformats.org/drawingml/2006/main">
            <a:r>
              <a:t>SOURCES</a:t>
            </a:r>
          </a:p>
          <a:p xmlns:a="http://schemas.openxmlformats.org/drawingml/2006/main">
            <a:r>
              <a:t>BookingInfoValidator.java; BookingFieldValidationStrategy.java; TextFieldValidationStrategy.java; EmailFieldValidationStrategy.java; PhoneFieldValidationStrategy.java</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Luo Runzhou</a:t>
            </a:r>
          </a:p>
          <a:p xmlns:a="http://schemas.openxmlformats.org/drawingml/2006/main">
            <a:r>
              <a:t>SLIDE: 27</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IssuedTicket is the context. It stores the persisted status string and exposes checkIn and voidTicket. Its currentState method maps the string to a TicketState object and delegates behavior. The three concrete classes realize the interface, shown by the hollow triangle. ValidTicketState allows check-in or voiding. CheckedInTicketState rejects another check-in but permits voiding. VoidTicketState rejects check-in and treats another void as a no-op. These state objects do not store an individual ticket’s data, so they can be reused. Role checks, event assignment, time windows and locks remain outside this pattern.</a:t>
            </a:r>
          </a:p>
          <a:p xmlns:a="http://schemas.openxmlformats.org/drawingml/2006/main">
            <a:r>
              <a:t/>
            </a:r>
          </a:p>
          <a:p xmlns:a="http://schemas.openxmlformats.org/drawingml/2006/main">
            <a:r>
              <a:t>中文讲稿</a:t>
            </a:r>
          </a:p>
          <a:p xmlns:a="http://schemas.openxmlformats.org/drawingml/2006/main">
            <a:r>
              <a:t>IssuedTicket是上下文，保存持久化状态字符串并公开checkIn和voidTicket。currentState把字符串映射为TicketState对象，再委托状态行为。三个具体类通过空心三角表示实现接口：Valid允许核销或作废；CheckedIn拒绝再次核销但允许作废；Void拒绝核销，再次作废不改变结果。状态对象不保存某张票的数据，因此可以复用。角色、活动分配、时间窗口和加锁仍由模式之外的逻辑负责。</a:t>
            </a:r>
          </a:p>
          <a:p xmlns:a="http://schemas.openxmlformats.org/drawingml/2006/main">
            <a:r>
              <a:t/>
            </a:r>
          </a:p>
          <a:p xmlns:a="http://schemas.openxmlformats.org/drawingml/2006/main">
            <a:r>
              <a:t>SOURCES</a:t>
            </a:r>
          </a:p>
          <a:p xmlns:a="http://schemas.openxmlformats.org/drawingml/2006/main">
            <a:r>
              <a:t>IssuedTicket.java; TicketState.java; ValidTicketState.java; CheckedInTicketState.java; VoidTicketState.java</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Hu Jia</a:t>
            </a:r>
          </a:p>
          <a:p xmlns:a="http://schemas.openxmlformats.org/drawingml/2006/main">
            <a:r>
              <a:t>SLIDE: 28</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This deployment view separates physical placement from the module diagram. The left node is the user computer. The right enclosing node is our single cloud host, containing Docker execution environments. HTTPS terminates at Caddy. It forwards traffic to Nginx, which serves the frontend and proxies API requests to Spring Boot. The backend connects to PostgreSQL through JDBC. Communication paths are solid lines with protocol labels. These are containers on one host, not independently scaled services. The measured performance results therefore describe this topology, and we do not claim automatic scaling.</a:t>
            </a:r>
          </a:p>
          <a:p xmlns:a="http://schemas.openxmlformats.org/drawingml/2006/main">
            <a:r>
              <a:t/>
            </a:r>
          </a:p>
          <a:p xmlns:a="http://schemas.openxmlformats.org/drawingml/2006/main">
            <a:r>
              <a:t>中文讲稿</a:t>
            </a:r>
          </a:p>
          <a:p xmlns:a="http://schemas.openxmlformats.org/drawingml/2006/main">
            <a:r>
              <a:t>部署图说明组件运行在哪里，与前面的模块图分开。左边是用户电脑，右边是单台云主机，内部是Docker运行环境。HTTPS在Caddy终止，再转到Nginx；Nginx提供前端并把API请求代理到Spring Boot，后端通过JDBC连接PostgreSQL。实线是通信路径，旁边标注协议。这些容器运行于同一主机，不是独立自动扩容的服务，因此容量结果只对应这个拓扑，也不宣称已实现自动扩容。</a:t>
            </a:r>
          </a:p>
          <a:p xmlns:a="http://schemas.openxmlformats.org/drawingml/2006/main">
            <a:r>
              <a:t/>
            </a:r>
          </a:p>
          <a:p xmlns:a="http://schemas.openxmlformats.org/drawingml/2006/main">
            <a:r>
              <a:t>SOURCES</a:t>
            </a:r>
          </a:p>
          <a:p xmlns:a="http://schemas.openxmlformats.org/drawingml/2006/main">
            <a:r>
              <a:t>compose.yaml; docs/deployment.md; docs/acceptance/capacity-2026-10-21/README.md</a:t>
            </a:r>
          </a:p>
          <a:p xmlns:a="http://schemas.openxmlformats.org/drawingml/2006/main">
            <a:r>
              <a:t>Notation: OMG UML 2.5.1, https://www.omg.org/spec/UML/2.5.1/ (ERDs use crow’s-foot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 Muyang</a:t>
            </a:r>
          </a:p>
          <a:p xmlns:a="http://schemas.openxmlformats.org/drawingml/2006/main">
            <a:r>
              <a:t>SLIDE: 29</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Authorization depends on more than a token signature. Each request intersects token roles with current database roles, so revocation applies on the next request. New roles require a new login. Event editing still requires ownership, even for administrators. Check-in also considers event assignment and the admission window. We protect the last active administrator under concurrent changes.</a:t>
            </a:r>
          </a:p>
          <a:p xmlns:a="http://schemas.openxmlformats.org/drawingml/2006/main">
            <a:r>
              <a:t/>
            </a:r>
          </a:p>
          <a:p xmlns:a="http://schemas.openxmlformats.org/drawingml/2006/main">
            <a:r>
              <a:t>中文讲稿</a:t>
            </a:r>
          </a:p>
          <a:p xmlns:a="http://schemas.openxmlformats.org/drawingml/2006/main">
            <a:r>
              <a:t>授权不只取决于令牌签名。每个请求都取令牌角色与数据库当前角色的交集，因此撤权在下一次请求生效，新增角色需要重新登录。即使管理员编辑活动也需要所属权限。核销还要判断活动分配和入场窗口，并发修改时也会保护最后一个有效管理员。</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 Muyang</a:t>
            </a:r>
          </a:p>
          <a:p xmlns:a="http://schemas.openxmlformats.org/drawingml/2006/main">
            <a:r>
              <a:t>SLIDE: 30</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These values come from different evidence versions, so we keep their provenance separate. Current test counts belong to 565f08b. Backend coverage shown here belongs to the earlier 270c2b8 run. Request counts cover all phases, while the read and mixed p95 values on the results slide use the hold phase. Expected inventory conflicts are business responses, distinct from the single connection failure.</a:t>
            </a:r>
          </a:p>
          <a:p xmlns:a="http://schemas.openxmlformats.org/drawingml/2006/main">
            <a:r>
              <a:t/>
            </a:r>
          </a:p>
          <a:p xmlns:a="http://schemas.openxmlformats.org/drawingml/2006/main">
            <a:r>
              <a:t>中文讲稿</a:t>
            </a:r>
          </a:p>
          <a:p xmlns:a="http://schemas.openxmlformats.org/drawingml/2006/main">
            <a:r>
              <a:t>这些数据来自不同证据版本，因此分别标明来源。当前测试数量对应565f08b，后端覆盖率对应较早的270c2b8运行。请求数覆盖所有阶段，结果页的读取及混合p95只取保持阶段。预期库存冲突属于业务响应，需要与那一次连接失败区分。</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Lu Junyi</a:t>
            </a:r>
          </a:p>
          <a:p xmlns:a="http://schemas.openxmlformats.org/drawingml/2006/main">
            <a:r>
              <a:t>SLIDE: 31</a:t>
            </a:r>
          </a:p>
          <a:p xmlns:a="http://schemas.openxmlformats.org/drawingml/2006/main">
            <a:r>
              <a:t>TARGET: Appendix</a:t>
            </a:r>
          </a:p>
          <a:p xmlns:a="http://schemas.openxmlformats.org/drawingml/2006/main">
            <a:r>
              <a:t>CUE: 问答备用，不计入正文目标时长。</a:t>
            </a:r>
          </a:p>
          <a:p xmlns:a="http://schemas.openxmlformats.org/drawingml/2006/main">
            <a:r>
              <a:t/>
            </a:r>
          </a:p>
          <a:p xmlns:a="http://schemas.openxmlformats.org/drawingml/2006/main">
            <a:r>
              <a:t>ENGLISH SCRIPT</a:t>
            </a:r>
          </a:p>
          <a:p xmlns:a="http://schemas.openxmlformats.org/drawingml/2006/main">
            <a:r>
              <a:t>One engineering finding concerned proxy connection behavior. We added separate checks for upstream reuse and frontend connection limits. Twenty requests reused one upstream connection, and another regression test exercised 1,200 frontend connections. These tests do not prove the capacity of 1,200 real browsers. Recovery evidence covers restoring an isolated database with twelve tables and fourteen migrations. The measured restore duration is not a complete system recovery objective.</a:t>
            </a:r>
          </a:p>
          <a:p xmlns:a="http://schemas.openxmlformats.org/drawingml/2006/main">
            <a:r>
              <a:t/>
            </a:r>
          </a:p>
          <a:p xmlns:a="http://schemas.openxmlformats.org/drawingml/2006/main">
            <a:r>
              <a:t>中文讲稿</a:t>
            </a:r>
          </a:p>
          <a:p xmlns:a="http://schemas.openxmlformats.org/drawingml/2006/main">
            <a:r>
              <a:t>一个工程发现涉及代理连接行为。我们分别检查上游连接复用和前端连接限制：20次请求复用一个上游连接，另一项回归测试处理1200个前端连接。这不等于验证了1200个真实浏览器的容量。恢复证据覆盖隔离数据库的12张表和14次迁移，恢复耗时并不代表完整系统恢复目标。</a:t>
            </a:r>
          </a:p>
          <a:p xmlns:a="http://schemas.openxmlformats.org/drawingml/2006/main">
            <a:r>
              <a:t/>
            </a:r>
          </a:p>
          <a:p xmlns:a="http://schemas.openxmlformats.org/drawingml/2006/main">
            <a:r>
              <a:t>SOURCES</a:t>
            </a:r>
          </a:p>
          <a:p xmlns:a="http://schemas.openxmlformats.org/drawingml/2006/main">
            <a:r>
              <a:t>Sources: Materials_for_Final_Report_Updated_20261025.docx; docs/final-report.zh-CN.md. Paths are relative to the SEMS project folder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911a3d047c41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f32919fa1542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688cf2d9d04a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2a7d8887b345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3c0173d8d344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66fc8201d240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AEAD85-C4E6-47A8-A3E6-9DB5052D1B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1615C7-C990-4501-BD22-18EE315B8B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26304E-40E5-4F69-8868-EB274C84EF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DF01AB-9362-4C51-A768-A089814027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6996F3-7615-4118-940B-D0E12B53A5E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43A30A-098F-41D4-853A-44B55C45C6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574899-85B2-4B2C-898F-EDC99452CC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FF7CCE9-BA93-4FA3-ACCD-2E6454B036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AE0EC9-2A37-4AA5-AE9B-774018F4DA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E73B61-2B61-4F48-B867-0E52F2B977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97d07df614433f" /><Relationship Type="http://schemas.openxmlformats.org/officeDocument/2006/relationships/slideLayout" Target="/ppt/slideLayouts/slideLayout1.xml" Id="R11eb8a022fdc45e4" /><Relationship Type="http://schemas.openxmlformats.org/officeDocument/2006/relationships/slideLayout" Target="/ppt/slideLayouts/slideLayout2.xml" Id="R7d5658033f044c70" /><Relationship Type="http://schemas.openxmlformats.org/officeDocument/2006/relationships/slideLayout" Target="/ppt/slideLayouts/slideLayout3.xml" Id="R945b4200014a4a88" /><Relationship Type="http://schemas.openxmlformats.org/officeDocument/2006/relationships/slideLayout" Target="/ppt/slideLayouts/slideLayout4.xml" Id="R78f788d822654b75" /><Relationship Type="http://schemas.openxmlformats.org/officeDocument/2006/relationships/slideLayout" Target="/ppt/slideLayouts/slideLayout5.xml" Id="R09ff574d236b4929" /><Relationship Type="http://schemas.openxmlformats.org/officeDocument/2006/relationships/slideLayout" Target="/ppt/slideLayouts/slideLayout6.xml" Id="R02e80944b94d42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eb8a022fdc45e4"/>
    <p:sldLayoutId xmlns:r="http://schemas.openxmlformats.org/officeDocument/2006/relationships" id="2147483650" r:id="R7d5658033f044c70"/>
    <p:sldLayoutId xmlns:r="http://schemas.openxmlformats.org/officeDocument/2006/relationships" id="2147483651" r:id="R945b4200014a4a88"/>
    <p:sldLayoutId xmlns:r="http://schemas.openxmlformats.org/officeDocument/2006/relationships" id="2147483652" r:id="R78f788d822654b75"/>
    <p:sldLayoutId xmlns:r="http://schemas.openxmlformats.org/officeDocument/2006/relationships" id="2147483653" r:id="R09ff574d236b4929"/>
    <p:sldLayoutId xmlns:r="http://schemas.openxmlformats.org/officeDocument/2006/relationships" id="2147483654" r:id="R02e80944b94d42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274a8d2245f74e73"/><Relationship Type="http://schemas.openxmlformats.org/officeDocument/2006/relationships/notesSlide" Target="../notesSlides/notesSlide1.xml" Id="Re2fd3bd5fad84d3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1b5153bd877f4896"/><Relationship Type="http://schemas.openxmlformats.org/officeDocument/2006/relationships/notesSlide" Target="../notesSlides/notesSlide2.xml" Id="R14a6d05e6e2e479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dee99471054f4081"/><Relationship Type="http://schemas.openxmlformats.org/officeDocument/2006/relationships/notesSlide" Target="../notesSlides/notesSlide3.xml" Id="R818f4783bee04f61"/></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1601c8a6045e4fd8"/><Relationship Type="http://schemas.openxmlformats.org/officeDocument/2006/relationships/notesSlide" Target="../notesSlides/notesSlide5.xml" Id="R730501227d4a408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ef6505875d48488f"/><Relationship Type="http://schemas.openxmlformats.org/officeDocument/2006/relationships/notesSlide" Target="../notesSlides/notesSlide6.xml" Id="Ra382ab30014a4879"/></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e6b09f2fecf843b3"/><Relationship Type="http://schemas.openxmlformats.org/officeDocument/2006/relationships/notesSlide" Target="../notesSlides/notesSlide8.xml" Id="R9cef6734971b4986"/></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2ba988c5e697424d"/><Relationship Type="http://schemas.openxmlformats.org/officeDocument/2006/relationships/notesSlide" Target="../notesSlides/notesSlide11.xml" Id="Rc9f584bb689d44f5"/></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e70a86ca29ac47b2"/><Relationship Type="http://schemas.openxmlformats.org/officeDocument/2006/relationships/notesSlide" Target="../notesSlides/notesSlide14.xml" Id="R4f4beb465be64bc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084ce4b4ccd2449f"/><Relationship Type="http://schemas.openxmlformats.org/officeDocument/2006/relationships/notesSlide" Target="../notesSlides/notesSlide15.xml" Id="R2dd758341d91470d"/></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d937168082d64e1e"/><Relationship Type="http://schemas.openxmlformats.org/officeDocument/2006/relationships/notesSlide" Target="../notesSlides/notesSlide16.xml" Id="R168c883867744338"/></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a7d9319e89594560"/><Relationship Type="http://schemas.openxmlformats.org/officeDocument/2006/relationships/notesSlide" Target="../notesSlides/notesSlide18.xml" Id="R44138caf1a9b45a7"/></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10439bc932714da0"/><Relationship Type="http://schemas.openxmlformats.org/officeDocument/2006/relationships/notesSlide" Target="../notesSlides/notesSlide19.xml" Id="R96008abad0a04468"/></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5d4c26ad5b9a4874"/><Relationship Type="http://schemas.openxmlformats.org/officeDocument/2006/relationships/chart" Target="/ppt/slides/charts/chart1.xml" Id="R2af26d425ef8479a"/><Relationship Type="http://schemas.openxmlformats.org/officeDocument/2006/relationships/notesSlide" Target="../notesSlides/notesSlide20.xml" Id="R90bc49a5a7ae430f"/></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dca4bfcfc0f340a7"/><Relationship Type="http://schemas.openxmlformats.org/officeDocument/2006/relationships/notesSlide" Target="../notesSlides/notesSlide21.xml" Id="R2193dfbf52274ae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e18cddeeb15844ab"/><Relationship Type="http://schemas.openxmlformats.org/officeDocument/2006/relationships/image" Target="/ppt/media/image.png" Id="R86b7897715d94c0a"/><Relationship Type="http://schemas.openxmlformats.org/officeDocument/2006/relationships/notesSlide" Target="../notesSlides/notesSlide22.xml" Id="Rc8c91afe78854e16"/><Relationship Id="rIdEmbeddedVideo" Type="http://schemas.openxmlformats.org/officeDocument/2006/relationships/video" Target="../media/video10.mp4"/><Relationship Id="rIdEmbeddedMedia" Type="http://schemas.microsoft.com/office/2007/relationships/media" Target="../media/video10.mp4"/></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0cf2c9a2d6748cb"/><Relationship Type="http://schemas.openxmlformats.org/officeDocument/2006/relationships/image" Target="/ppt/media/image2.png" Id="R6f0d5a7c35ac4556"/><Relationship Type="http://schemas.openxmlformats.org/officeDocument/2006/relationships/notesSlide" Target="../notesSlides/notesSlide23.xml" Id="R605dc3d374bc4c15"/><Relationship Id="rIdEmbeddedVideo" Type="http://schemas.openxmlformats.org/officeDocument/2006/relationships/video" Target="../media/video12.mp4"/><Relationship Id="rIdEmbeddedMedia" Type="http://schemas.microsoft.com/office/2007/relationships/media" Target="../media/video12.mp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908b72845c794136"/><Relationship Type="http://schemas.openxmlformats.org/officeDocument/2006/relationships/notesSlide" Target="../notesSlides/notesSlide24.xml" Id="R8e595b0f6797496b"/></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5ab2d824ae6647eb"/><Relationship Type="http://schemas.openxmlformats.org/officeDocument/2006/relationships/notesSlide" Target="../notesSlides/notesSlide25.xml" Id="R2d7a91b09a1c4e4c"/></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fdbc0b33c5ed445d"/><Relationship Type="http://schemas.openxmlformats.org/officeDocument/2006/relationships/notesSlide" Target="../notesSlides/notesSlide26.xml" Id="R960799de372e4bc3"/></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8315a99ecb2844b5"/><Relationship Type="http://schemas.openxmlformats.org/officeDocument/2006/relationships/notesSlide" Target="../notesSlides/notesSlide29.xml" Id="Re1fe714a4f31402f"/></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472042ec2de84d51"/><Relationship Type="http://schemas.openxmlformats.org/officeDocument/2006/relationships/notesSlide" Target="../notesSlides/notesSlide30.xml" Id="Rd2c31155f99d4ad9"/></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7fb0767315f04328"/><Relationship Type="http://schemas.openxmlformats.org/officeDocument/2006/relationships/notesSlide" Target="../notesSlides/notesSlide31.xml" Id="R3b0fc13500044b51"/></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p95 seconds</c:v>
          </c:tx>
          <c:spPr>
            <a:solidFill xmlns:a="http://schemas.openxmlformats.org/drawingml/2006/main">
              <a:srgbClr val="187B75"/>
            </a:solidFill>
          </c:spPr>
          <c:invertIfNegative val="0"/>
          <c:dPt>
            <c:idx val="3"/>
            <c:invertIfNegative val="0"/>
            <c:spPr>
              <a:solidFill xmlns:a="http://schemas.openxmlformats.org/drawingml/2006/main">
                <a:srgbClr val="9A443A"/>
              </a:solidFill>
            </c:spPr>
          </c:dPt>
          <c:cat>
            <c:strRef>
              <c:f>'Chart Data'!$A$2:$A$5</c:f>
              <c:strCache>
                <c:ptCount val="4"/>
                <c:pt idx="0">
                  <c:v>Read 500</c:v>
                </c:pt>
                <c:pt idx="1">
                  <c:v>Mixed 500</c:v>
                </c:pt>
                <c:pt idx="2">
                  <c:v>Read 1000</c:v>
                </c:pt>
                <c:pt idx="3">
                  <c:v>Mixed 1000</c:v>
                </c:pt>
              </c:strCache>
            </c:strRef>
          </c:cat>
          <c:val>
            <c:numRef>
              <c:f>'Chart Data'!$B$2:$B$5</c:f>
              <c:numCache>
                <c:formatCode>General</c:formatCode>
                <c:ptCount val="4"/>
                <c:pt idx="0">
                  <c:v>2.056</c:v>
                </c:pt>
                <c:pt idx="1">
                  <c:v>1.923</c:v>
                </c:pt>
                <c:pt idx="2">
                  <c:v>2.938</c:v>
                </c:pt>
                <c:pt idx="3">
                  <c:v>3.509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B6C6CC"/>
              </a:solidFill>
            </a:ln>
          </c:spPr>
        </c:majorGridlines>
        <c:title>
          <c:tx>
            <c:rich>
              <a:bodyPr xmlns:a="http://schemas.openxmlformats.org/drawingml/2006/main"/>
              <a:lstStyle xmlns:a="http://schemas.openxmlformats.org/drawingml/2006/main"/>
              <a:p xmlns:a="http://schemas.openxmlformats.org/drawingml/2006/main">
                <a:r>
                  <a:t>p95 (seconds)</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C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244AF8-25FE-469B-89F7-22DCC36811C7}"/>
              </a:ext>
            </a:extLst>
          </p:cNvPr>
          <p:cNvSpPr>
            <a:spLocks xmlns:a="http://schemas.openxmlformats.org/drawingml/2006/main" noGrp="1"/>
          </p:cNvSpPr>
          <p:nvPr/>
        </p:nvSpPr>
        <p:spPr>
          <a:xfrm xmlns:a="http://schemas.openxmlformats.org/drawingml/2006/main">
            <a:off x="657225" y="5810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00" b="1">
                <a:solidFill>
                  <a:srgbClr val="95BCBF"/>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300" b="1">
                <a:solidFill>
                  <a:srgbClr val="95BCBF"/>
                </a:solidFill>
                <a:latin typeface="Arial"/>
                <a:ea typeface="Arial"/>
                <a:cs typeface="Arial"/>
              </a:defRPr>
            </a:pPr>
            <a:r>
              <a:rPr sz="1300" b="1">
                <a:solidFill>
                  <a:srgbClr val="95BCBF"/>
                </a:solidFill>
                <a:latin typeface="Arial"/>
                <a:ea typeface="Arial"/>
                <a:cs typeface="Arial"/>
              </a:rPr>
              <a:t>TEAM 10  /  SWE5006</a:t>
            </a:r>
          </a:p>
        </p:txBody>
      </p:sp>
      <p:sp>
        <p:nvSpPr>
          <p:cNvPr id="2" name="">
            <a:extLst xmlns:a="http://schemas.openxmlformats.org/drawingml/2006/main">
              <a:ext uri="{FF2B5EF4-FFF2-40B4-BE49-F238E27FC236}">
                <a16:creationId xmlns:a16="http://schemas.microsoft.com/office/drawing/2014/main" id="{E6C07E21-77EA-4EC2-8AE2-A3BF1A441237}"/>
              </a:ext>
            </a:extLst>
          </p:cNvPr>
          <p:cNvSpPr>
            <a:spLocks xmlns:a="http://schemas.openxmlformats.org/drawingml/2006/main" noGrp="1"/>
          </p:cNvSpPr>
          <p:nvPr/>
        </p:nvSpPr>
        <p:spPr>
          <a:xfrm xmlns:a="http://schemas.openxmlformats.org/drawingml/2006/main">
            <a:off x="609600" y="1724025"/>
            <a:ext cx="1085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400" b="1">
                <a:solidFill>
                  <a:srgbClr val="FFFFFF"/>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7400" b="1">
                <a:solidFill>
                  <a:srgbClr val="FFFFFF"/>
                </a:solidFill>
                <a:latin typeface="Arial"/>
                <a:ea typeface="Arial"/>
                <a:cs typeface="Arial"/>
              </a:defRPr>
            </a:pPr>
            <a:r>
              <a:rPr sz="7400" b="1">
                <a:solidFill>
                  <a:srgbClr val="FFFFFF"/>
                </a:solidFill>
                <a:latin typeface="Arial"/>
                <a:ea typeface="Arial"/>
                <a:cs typeface="Arial"/>
              </a:rPr>
              <a:t>SEMS</a:t>
            </a:r>
          </a:p>
        </p:txBody>
      </p:sp>
      <p:sp>
        <p:nvSpPr>
          <p:cNvPr id="3" name="">
            <a:extLst xmlns:a="http://schemas.openxmlformats.org/drawingml/2006/main">
              <a:ext uri="{FF2B5EF4-FFF2-40B4-BE49-F238E27FC236}">
                <a16:creationId xmlns:a16="http://schemas.microsoft.com/office/drawing/2014/main" id="{4EB5594E-D7BA-4FE1-8EDE-BE9D9C50A37F}"/>
              </a:ext>
            </a:extLst>
          </p:cNvPr>
          <p:cNvSpPr>
            <a:spLocks xmlns:a="http://schemas.openxmlformats.org/drawingml/2006/main" noGrp="1"/>
          </p:cNvSpPr>
          <p:nvPr/>
        </p:nvSpPr>
        <p:spPr>
          <a:xfrm xmlns:a="http://schemas.openxmlformats.org/drawingml/2006/main">
            <a:off x="609600" y="64484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1125" b="0">
                <a:solidFill>
                  <a:srgbClr val="607681"/>
                </a:solidFill>
                <a:latin typeface="Arial"/>
                <a:ea typeface="Arial"/>
                <a:cs typeface="Arial"/>
              </a:defRPr>
            </a:pPr>
            <a:r>
              <a:rPr sz="1125" b="0">
                <a:solidFill>
                  <a:srgbClr val="607681"/>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455040ED-0D8E-427F-A8F9-DEF9A6309D47}"/>
              </a:ext>
            </a:extLst>
          </p:cNvPr>
          <p:cNvSpPr>
            <a:spLocks xmlns:a="http://schemas.openxmlformats.org/drawingml/2006/main" noGrp="1"/>
          </p:cNvSpPr>
          <p:nvPr/>
        </p:nvSpPr>
        <p:spPr>
          <a:xfrm xmlns:a="http://schemas.openxmlformats.org/drawingml/2006/main">
            <a:off x="1104900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87B75"/>
                </a:solidFill>
                <a:latin typeface="Arial"/>
                <a:ea typeface="Arial"/>
                <a:cs typeface="Arial"/>
              </a:defRPr>
            </a:defPPr>
            <a:lvl1pPr>
              <a:buNone/>
              <a:defRPr sz="1275" b="0">
                <a:solidFill>
                  <a:srgbClr val="187B75"/>
                </a:solidFill>
                <a:latin typeface="Arial"/>
                <a:ea typeface="Arial"/>
                <a:cs typeface="Arial"/>
              </a:defRPr>
            </a:lvl1pPr>
            <a:lvl2pPr>
              <a:buNone/>
              <a:defRPr sz="1275" b="0">
                <a:solidFill>
                  <a:srgbClr val="187B75"/>
                </a:solidFill>
                <a:latin typeface="Arial"/>
                <a:ea typeface="Arial"/>
                <a:cs typeface="Arial"/>
              </a:defRPr>
            </a:lvl2pPr>
            <a:lvl3pPr>
              <a:buNone/>
              <a:defRPr sz="1275" b="0">
                <a:solidFill>
                  <a:srgbClr val="187B75"/>
                </a:solidFill>
                <a:latin typeface="Arial"/>
                <a:ea typeface="Arial"/>
                <a:cs typeface="Arial"/>
              </a:defRPr>
            </a:lvl3pPr>
            <a:lvl4pPr>
              <a:buNone/>
              <a:defRPr sz="1275" b="0">
                <a:solidFill>
                  <a:srgbClr val="187B75"/>
                </a:solidFill>
                <a:latin typeface="Arial"/>
                <a:ea typeface="Arial"/>
                <a:cs typeface="Arial"/>
              </a:defRPr>
            </a:lvl4pPr>
            <a:lvl5pPr>
              <a:buNone/>
              <a:defRPr sz="1275" b="0">
                <a:solidFill>
                  <a:srgbClr val="187B75"/>
                </a:solidFill>
                <a:latin typeface="Arial"/>
                <a:ea typeface="Arial"/>
                <a:cs typeface="Arial"/>
              </a:defRPr>
            </a:lvl5pPr>
            <a:lvl6pPr>
              <a:buNone/>
              <a:defRPr sz="1275" b="0">
                <a:solidFill>
                  <a:srgbClr val="187B75"/>
                </a:solidFill>
                <a:latin typeface="Arial"/>
                <a:ea typeface="Arial"/>
                <a:cs typeface="Arial"/>
              </a:defRPr>
            </a:lvl6pPr>
            <a:lvl7pPr>
              <a:buNone/>
              <a:defRPr sz="1275" b="0">
                <a:solidFill>
                  <a:srgbClr val="187B75"/>
                </a:solidFill>
                <a:latin typeface="Arial"/>
                <a:ea typeface="Arial"/>
                <a:cs typeface="Arial"/>
              </a:defRPr>
            </a:lvl7pPr>
            <a:lvl8pPr>
              <a:buNone/>
              <a:defRPr sz="1275" b="0">
                <a:solidFill>
                  <a:srgbClr val="187B75"/>
                </a:solidFill>
                <a:latin typeface="Arial"/>
                <a:ea typeface="Arial"/>
                <a:cs typeface="Arial"/>
              </a:defRPr>
            </a:lvl8pPr>
            <a:lvl9pPr>
              <a:buNone/>
              <a:defRPr sz="1275" b="0">
                <a:solidFill>
                  <a:srgbClr val="187B75"/>
                </a:solidFill>
                <a:latin typeface="Arial"/>
                <a:ea typeface="Arial"/>
                <a:cs typeface="Arial"/>
              </a:defRPr>
            </a:lvl9pPr>
          </a:lstStyle>
          <a:p xmlns:a="http://schemas.openxmlformats.org/drawingml/2006/main">
            <a:pPr>
              <a:buNone/>
              <a:defRPr sz="1275" b="0">
                <a:solidFill>
                  <a:srgbClr val="187B75"/>
                </a:solidFill>
                <a:latin typeface="Arial"/>
                <a:ea typeface="Arial"/>
                <a:cs typeface="Arial"/>
              </a:defRPr>
            </a:pPr>
            <a:r>
              <a:rPr sz="1275" b="0">
                <a:solidFill>
                  <a:srgbClr val="187B75"/>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665B07E5-2692-486D-B21E-D9727121CC80}"/>
              </a:ext>
            </a:extLst>
          </p:cNvPr>
          <p:cNvSpPr>
            <a:spLocks xmlns:a="http://schemas.openxmlformats.org/drawingml/2006/main" noGrp="1"/>
          </p:cNvSpPr>
          <p:nvPr/>
        </p:nvSpPr>
        <p:spPr>
          <a:xfrm xmlns:a="http://schemas.openxmlformats.org/drawingml/2006/main">
            <a:off x="657225" y="3190875"/>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00" b="0">
                <a:solidFill>
                  <a:srgbClr val="FFFFFF"/>
                </a:solidFill>
                <a:latin typeface="Arial"/>
                <a:ea typeface="Arial"/>
                <a:cs typeface="Arial"/>
              </a:defRPr>
            </a:defPPr>
            <a:lvl1pPr>
              <a:buNone/>
              <a:defRPr sz="2550" b="0">
                <a:solidFill>
                  <a:srgbClr val="187B75"/>
                </a:solidFill>
                <a:latin typeface="Arial"/>
                <a:ea typeface="Arial"/>
                <a:cs typeface="Arial"/>
              </a:defRPr>
            </a:lvl1pPr>
            <a:lvl2pPr>
              <a:buNone/>
              <a:defRPr sz="2550" b="0">
                <a:solidFill>
                  <a:srgbClr val="187B75"/>
                </a:solidFill>
                <a:latin typeface="Arial"/>
                <a:ea typeface="Arial"/>
                <a:cs typeface="Arial"/>
              </a:defRPr>
            </a:lvl2pPr>
            <a:lvl3pPr>
              <a:buNone/>
              <a:defRPr sz="2550" b="0">
                <a:solidFill>
                  <a:srgbClr val="187B75"/>
                </a:solidFill>
                <a:latin typeface="Arial"/>
                <a:ea typeface="Arial"/>
                <a:cs typeface="Arial"/>
              </a:defRPr>
            </a:lvl3pPr>
            <a:lvl4pPr>
              <a:buNone/>
              <a:defRPr sz="2550" b="0">
                <a:solidFill>
                  <a:srgbClr val="187B75"/>
                </a:solidFill>
                <a:latin typeface="Arial"/>
                <a:ea typeface="Arial"/>
                <a:cs typeface="Arial"/>
              </a:defRPr>
            </a:lvl4pPr>
            <a:lvl5pPr>
              <a:buNone/>
              <a:defRPr sz="2550" b="0">
                <a:solidFill>
                  <a:srgbClr val="187B75"/>
                </a:solidFill>
                <a:latin typeface="Arial"/>
                <a:ea typeface="Arial"/>
                <a:cs typeface="Arial"/>
              </a:defRPr>
            </a:lvl5pPr>
            <a:lvl6pPr>
              <a:buNone/>
              <a:defRPr sz="2550" b="0">
                <a:solidFill>
                  <a:srgbClr val="187B75"/>
                </a:solidFill>
                <a:latin typeface="Arial"/>
                <a:ea typeface="Arial"/>
                <a:cs typeface="Arial"/>
              </a:defRPr>
            </a:lvl6pPr>
            <a:lvl7pPr>
              <a:buNone/>
              <a:defRPr sz="2550" b="0">
                <a:solidFill>
                  <a:srgbClr val="187B75"/>
                </a:solidFill>
                <a:latin typeface="Arial"/>
                <a:ea typeface="Arial"/>
                <a:cs typeface="Arial"/>
              </a:defRPr>
            </a:lvl7pPr>
            <a:lvl8pPr>
              <a:buNone/>
              <a:defRPr sz="2550" b="0">
                <a:solidFill>
                  <a:srgbClr val="187B75"/>
                </a:solidFill>
                <a:latin typeface="Arial"/>
                <a:ea typeface="Arial"/>
                <a:cs typeface="Arial"/>
              </a:defRPr>
            </a:lvl8pPr>
            <a:lvl9pPr>
              <a:buNone/>
              <a:defRPr sz="2550" b="0">
                <a:solidFill>
                  <a:srgbClr val="187B75"/>
                </a:solidFill>
                <a:latin typeface="Arial"/>
                <a:ea typeface="Arial"/>
                <a:cs typeface="Arial"/>
              </a:defRPr>
            </a:lvl9pPr>
          </a:lstStyle>
          <a:p xmlns:a="http://schemas.openxmlformats.org/drawingml/2006/main">
            <a:pPr>
              <a:buNone/>
              <a:defRPr sz="3400" b="0">
                <a:solidFill>
                  <a:srgbClr val="FFFFFF"/>
                </a:solidFill>
                <a:latin typeface="Arial"/>
                <a:ea typeface="Arial"/>
                <a:cs typeface="Arial"/>
              </a:defRPr>
            </a:pPr>
            <a:r>
              <a:rPr sz="3400" b="0">
                <a:solidFill>
                  <a:srgbClr val="FFFFFF"/>
                </a:solidFill>
                <a:latin typeface="Arial"/>
                <a:ea typeface="Arial"/>
                <a:cs typeface="Arial"/>
              </a:rPr>
              <a:t>Smart Event Management</a:t>
            </a:r>
          </a:p>
          <a:p xmlns:a="http://schemas.openxmlformats.org/drawingml/2006/main">
            <a:pPr>
              <a:buNone/>
              <a:defRPr sz="3400" b="0">
                <a:solidFill>
                  <a:srgbClr val="FFFFFF"/>
                </a:solidFill>
                <a:latin typeface="Arial"/>
                <a:ea typeface="Arial"/>
                <a:cs typeface="Arial"/>
              </a:defRPr>
            </a:pPr>
            <a:r>
              <a:rPr sz="3400" b="0">
                <a:solidFill>
                  <a:srgbClr val="FFFFFF"/>
                </a:solidFill>
                <a:latin typeface="Arial"/>
                <a:ea typeface="Arial"/>
                <a:cs typeface="Arial"/>
              </a:rPr>
              <a:t>and Ticketing System</a:t>
            </a:r>
          </a:p>
        </p:txBody>
      </p:sp>
      <p:sp>
        <p:nvSpPr>
          <p:cNvPr id="6" name="">
            <a:extLst xmlns:a="http://schemas.openxmlformats.org/drawingml/2006/main">
              <a:ext uri="{FF2B5EF4-FFF2-40B4-BE49-F238E27FC236}">
                <a16:creationId xmlns:a16="http://schemas.microsoft.com/office/drawing/2014/main" id="{CCBDDE07-B3BF-45BA-BF5F-D18E3ED4A954}"/>
              </a:ext>
            </a:extLst>
          </p:cNvPr>
          <p:cNvSpPr>
            <a:spLocks xmlns:a="http://schemas.openxmlformats.org/drawingml/2006/main" noGrp="1"/>
          </p:cNvSpPr>
          <p:nvPr/>
        </p:nvSpPr>
        <p:spPr>
          <a:xfrm xmlns:a="http://schemas.openxmlformats.org/drawingml/2006/main">
            <a:off x="657225" y="46863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C0D8E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200" b="0">
                <a:solidFill>
                  <a:srgbClr val="C0D8E2"/>
                </a:solidFill>
                <a:latin typeface="Arial"/>
                <a:ea typeface="Arial"/>
                <a:cs typeface="Arial"/>
              </a:defRPr>
            </a:pPr>
            <a:r>
              <a:rPr sz="2200" b="0">
                <a:solidFill>
                  <a:srgbClr val="C0D8E2"/>
                </a:solidFill>
                <a:latin typeface="Arial"/>
                <a:ea typeface="Arial"/>
                <a:cs typeface="Arial"/>
              </a:rPr>
              <a:t>Free-ticket booking and controlled admission</a:t>
            </a:r>
          </a:p>
        </p:txBody>
      </p:sp>
      <p:sp>
        <p:nvSpPr>
          <p:cNvPr id="8" name="Team members">
            <a:extLst xmlns:a="http://schemas.openxmlformats.org/drawingml/2006/main">
              <a:ext uri="{FF2B5EF4-FFF2-40B4-BE49-F238E27FC236}">
                <a16:creationId xmlns:a16="http://schemas.microsoft.com/office/drawing/2014/main" id="{D1C93241-EFAC-4A28-892C-2DF3DE50A20A}"/>
              </a:ext>
            </a:extLst>
          </p:cNvPr>
          <p:cNvSpPr>
            <a:spLocks xmlns:a="http://schemas.openxmlformats.org/drawingml/2006/main" noGrp="1"/>
          </p:cNvSpPr>
          <p:nvPr/>
        </p:nvSpPr>
        <p:spPr>
          <a:xfrm xmlns:a="http://schemas.openxmlformats.org/drawingml/2006/main">
            <a:off x="657225" y="58388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00">
                <a:solidFill>
                  <a:srgbClr val="FFFFFF"/>
                </a:solidFill>
                <a:latin typeface="Arial"/>
                <a:ea typeface="Arial"/>
                <a:cs typeface="Arial"/>
              </a:defRPr>
            </a:defPPr>
            <a:lvl1pPr>
              <a:defRPr sz="1700">
                <a:solidFill>
                  <a:srgbClr val="FFFFFF"/>
                </a:solidFill>
                <a:latin typeface="Arial"/>
                <a:ea typeface="Arial"/>
                <a:cs typeface="Arial"/>
              </a:defRPr>
            </a:lvl1pPr>
            <a:lvl2pPr>
              <a:defRPr sz="1700">
                <a:solidFill>
                  <a:srgbClr val="FFFFFF"/>
                </a:solidFill>
                <a:latin typeface="Arial"/>
                <a:ea typeface="Arial"/>
                <a:cs typeface="Arial"/>
              </a:defRPr>
            </a:lvl2pPr>
            <a:lvl3pPr>
              <a:defRPr sz="1700">
                <a:solidFill>
                  <a:srgbClr val="FFFFFF"/>
                </a:solidFill>
                <a:latin typeface="Arial"/>
                <a:ea typeface="Arial"/>
                <a:cs typeface="Arial"/>
              </a:defRPr>
            </a:lvl3pPr>
            <a:lvl4pPr>
              <a:defRPr sz="1700">
                <a:solidFill>
                  <a:srgbClr val="FFFFFF"/>
                </a:solidFill>
                <a:latin typeface="Arial"/>
                <a:ea typeface="Arial"/>
                <a:cs typeface="Arial"/>
              </a:defRPr>
            </a:lvl4pPr>
            <a:lvl5pPr>
              <a:defRPr sz="1700">
                <a:solidFill>
                  <a:srgbClr val="FFFFFF"/>
                </a:solidFill>
                <a:latin typeface="Arial"/>
                <a:ea typeface="Arial"/>
                <a:cs typeface="Arial"/>
              </a:defRPr>
            </a:lvl5pPr>
            <a:lvl6pPr>
              <a:defRPr sz="1700">
                <a:solidFill>
                  <a:srgbClr val="FFFFFF"/>
                </a:solidFill>
                <a:latin typeface="Arial"/>
                <a:ea typeface="Arial"/>
                <a:cs typeface="Arial"/>
              </a:defRPr>
            </a:lvl6pPr>
            <a:lvl7pPr>
              <a:defRPr sz="1700">
                <a:solidFill>
                  <a:srgbClr val="FFFFFF"/>
                </a:solidFill>
                <a:latin typeface="Arial"/>
                <a:ea typeface="Arial"/>
                <a:cs typeface="Arial"/>
              </a:defRPr>
            </a:lvl7pPr>
            <a:lvl8pPr>
              <a:defRPr sz="1700">
                <a:solidFill>
                  <a:srgbClr val="FFFFFF"/>
                </a:solidFill>
                <a:latin typeface="Arial"/>
                <a:ea typeface="Arial"/>
                <a:cs typeface="Arial"/>
              </a:defRPr>
            </a:lvl8pPr>
            <a:lvl9pPr>
              <a:defRPr sz="1700">
                <a:solidFill>
                  <a:srgbClr val="FFFFFF"/>
                </a:solidFill>
                <a:latin typeface="Arial"/>
                <a:ea typeface="Arial"/>
                <a:cs typeface="Arial"/>
              </a:defRPr>
            </a:lvl9pPr>
          </a:lstStyle>
          <a:p xmlns:a="http://schemas.openxmlformats.org/drawingml/2006/main">
            <a:pPr>
              <a:defRPr sz="1700">
                <a:solidFill>
                  <a:srgbClr val="FFFFFF"/>
                </a:solidFill>
                <a:latin typeface="Arial"/>
                <a:ea typeface="Arial"/>
                <a:cs typeface="Arial"/>
              </a:defRPr>
            </a:pPr>
            <a:r>
              <a:rPr sz="1700">
                <a:solidFill>
                  <a:srgbClr val="FFFFFF"/>
                </a:solidFill>
                <a:latin typeface="Arial"/>
                <a:ea typeface="Arial"/>
                <a:cs typeface="Arial"/>
              </a:rPr>
              <a:t>Lu Junyi    Hu Jia    Chai Muyang    Huang Haoyang    Luo Runzhou</a:t>
            </a:r>
          </a:p>
        </p:txBody>
      </p:sp>
    </p:spTree>
    <p:extLst>
      <p:ext uri="{BB962C8B-B14F-4D97-AF65-F5344CB8AC3E}">
        <p14:creationId xmlns:p14="http://schemas.microsoft.com/office/powerpoint/2010/main" val="1617111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9DE5E8-E1EA-4369-B930-C127A333BB21}"/>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OVERVIEW</a:t>
            </a:r>
          </a:p>
        </p:txBody>
      </p:sp>
      <p:sp>
        <p:nvSpPr>
          <p:cNvPr id="2" name="">
            <a:extLst xmlns:a="http://schemas.openxmlformats.org/drawingml/2006/main">
              <a:ext uri="{FF2B5EF4-FFF2-40B4-BE49-F238E27FC236}">
                <a16:creationId xmlns:a16="http://schemas.microsoft.com/office/drawing/2014/main" id="{C42DD555-4862-450A-9902-5B0CD53E3AFF}"/>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Event registration and admission</a:t>
            </a:r>
          </a:p>
        </p:txBody>
      </p:sp>
      <p:sp>
        <p:nvSpPr>
          <p:cNvPr id="3" name="">
            <a:extLst xmlns:a="http://schemas.openxmlformats.org/drawingml/2006/main">
              <a:ext uri="{FF2B5EF4-FFF2-40B4-BE49-F238E27FC236}">
                <a16:creationId xmlns:a16="http://schemas.microsoft.com/office/drawing/2014/main" id="{2A40498B-DF2C-449D-AE61-9231BF0F33BA}"/>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B609DF4B-A2A0-4E8B-AC1C-5FDC12E727F8}"/>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370B31A-6902-4912-9226-4151CDBC67C1}"/>
              </a:ext>
            </a:extLst>
          </p:cNvPr>
          <p:cNvSpPr>
            <a:spLocks xmlns:a="http://schemas.openxmlformats.org/drawingml/2006/main" noGrp="1"/>
          </p:cNvSpPr>
          <p:nvPr/>
        </p:nvSpPr>
        <p:spPr>
          <a:xfrm xmlns:a="http://schemas.openxmlformats.org/drawingml/2006/main">
            <a:off x="609600" y="180975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Organizer</a:t>
            </a:r>
          </a:p>
        </p:txBody>
      </p:sp>
      <p:sp>
        <p:nvSpPr>
          <p:cNvPr id="6" name="">
            <a:extLst xmlns:a="http://schemas.openxmlformats.org/drawingml/2006/main">
              <a:ext uri="{FF2B5EF4-FFF2-40B4-BE49-F238E27FC236}">
                <a16:creationId xmlns:a16="http://schemas.microsoft.com/office/drawing/2014/main" id="{BAFC9ADA-B912-4EDD-B9A4-7A7620A9E01B}"/>
              </a:ext>
            </a:extLst>
          </p:cNvPr>
          <p:cNvSpPr>
            <a:spLocks xmlns:a="http://schemas.openxmlformats.org/drawingml/2006/main" noGrp="1"/>
          </p:cNvSpPr>
          <p:nvPr/>
        </p:nvSpPr>
        <p:spPr>
          <a:xfrm xmlns:a="http://schemas.openxmlformats.org/drawingml/2006/main">
            <a:off x="3619500" y="18097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Publishes events, configures ticket quotas and assigns staff.</a:t>
            </a:r>
          </a:p>
        </p:txBody>
      </p:sp>
      <p:sp>
        <p:nvSpPr>
          <p:cNvPr id="7" name="">
            <a:extLst xmlns:a="http://schemas.openxmlformats.org/drawingml/2006/main">
              <a:ext uri="{FF2B5EF4-FFF2-40B4-BE49-F238E27FC236}">
                <a16:creationId xmlns:a16="http://schemas.microsoft.com/office/drawing/2014/main" id="{9EFB18C1-9F85-4557-93D4-F9BD40A8B1C7}"/>
              </a:ext>
            </a:extLst>
          </p:cNvPr>
          <p:cNvSpPr>
            <a:spLocks xmlns:a="http://schemas.openxmlformats.org/drawingml/2006/main" noGrp="1"/>
          </p:cNvSpPr>
          <p:nvPr/>
        </p:nvSpPr>
        <p:spPr>
          <a:xfrm xmlns:a="http://schemas.openxmlformats.org/drawingml/2006/main">
            <a:off x="609600" y="295275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Attendee</a:t>
            </a:r>
          </a:p>
        </p:txBody>
      </p:sp>
      <p:sp>
        <p:nvSpPr>
          <p:cNvPr id="8" name="">
            <a:extLst xmlns:a="http://schemas.openxmlformats.org/drawingml/2006/main">
              <a:ext uri="{FF2B5EF4-FFF2-40B4-BE49-F238E27FC236}">
                <a16:creationId xmlns:a16="http://schemas.microsoft.com/office/drawing/2014/main" id="{783F306A-C346-4EC9-A33C-22BEA76B8123}"/>
              </a:ext>
            </a:extLst>
          </p:cNvPr>
          <p:cNvSpPr>
            <a:spLocks xmlns:a="http://schemas.openxmlformats.org/drawingml/2006/main" noGrp="1"/>
          </p:cNvSpPr>
          <p:nvPr/>
        </p:nvSpPr>
        <p:spPr>
          <a:xfrm xmlns:a="http://schemas.openxmlformats.org/drawingml/2006/main">
            <a:off x="3619500" y="29527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Finds events, books free tickets and manages personal orders.</a:t>
            </a:r>
          </a:p>
        </p:txBody>
      </p:sp>
      <p:sp>
        <p:nvSpPr>
          <p:cNvPr id="9" name="">
            <a:extLst xmlns:a="http://schemas.openxmlformats.org/drawingml/2006/main">
              <a:ext uri="{FF2B5EF4-FFF2-40B4-BE49-F238E27FC236}">
                <a16:creationId xmlns:a16="http://schemas.microsoft.com/office/drawing/2014/main" id="{3601E5A9-493E-456A-9D5E-D33E7F09693D}"/>
              </a:ext>
            </a:extLst>
          </p:cNvPr>
          <p:cNvSpPr>
            <a:spLocks xmlns:a="http://schemas.openxmlformats.org/drawingml/2006/main" noGrp="1"/>
          </p:cNvSpPr>
          <p:nvPr/>
        </p:nvSpPr>
        <p:spPr>
          <a:xfrm xmlns:a="http://schemas.openxmlformats.org/drawingml/2006/main">
            <a:off x="609600" y="409575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Staff and admin</a:t>
            </a:r>
          </a:p>
        </p:txBody>
      </p:sp>
      <p:sp>
        <p:nvSpPr>
          <p:cNvPr id="10" name="">
            <a:extLst xmlns:a="http://schemas.openxmlformats.org/drawingml/2006/main">
              <a:ext uri="{FF2B5EF4-FFF2-40B4-BE49-F238E27FC236}">
                <a16:creationId xmlns:a16="http://schemas.microsoft.com/office/drawing/2014/main" id="{5449BAD4-B375-48B5-9DA6-05E67E69D015}"/>
              </a:ext>
            </a:extLst>
          </p:cNvPr>
          <p:cNvSpPr>
            <a:spLocks xmlns:a="http://schemas.openxmlformats.org/drawingml/2006/main" noGrp="1"/>
          </p:cNvSpPr>
          <p:nvPr/>
        </p:nvSpPr>
        <p:spPr>
          <a:xfrm xmlns:a="http://schemas.openxmlformats.org/drawingml/2006/main">
            <a:off x="3619500" y="40957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Staff verify admission. Admins manage users and roles.</a:t>
            </a:r>
          </a:p>
        </p:txBody>
      </p:sp>
      <p:sp>
        <p:nvSpPr>
          <p:cNvPr id="11" name="">
            <a:extLst xmlns:a="http://schemas.openxmlformats.org/drawingml/2006/main">
              <a:ext uri="{FF2B5EF4-FFF2-40B4-BE49-F238E27FC236}">
                <a16:creationId xmlns:a16="http://schemas.microsoft.com/office/drawing/2014/main" id="{D6F956DE-14F4-46EF-9CD9-1561D63E44DD}"/>
              </a:ext>
            </a:extLst>
          </p:cNvPr>
          <p:cNvSpPr>
            <a:spLocks xmlns:a="http://schemas.openxmlformats.org/drawingml/2006/main" noGrp="1"/>
          </p:cNvSpPr>
          <p:nvPr/>
        </p:nvSpPr>
        <p:spPr>
          <a:xfrm xmlns:a="http://schemas.openxmlformats.org/drawingml/2006/main">
            <a:off x="609600" y="5524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681"/>
                </a:solidFill>
                <a:latin typeface="Arial"/>
                <a:ea typeface="Arial"/>
                <a:cs typeface="Arial"/>
              </a:defRPr>
            </a:defPPr>
            <a:lvl1pPr>
              <a:buNone/>
              <a:defRPr sz="1800" b="0">
                <a:solidFill>
                  <a:srgbClr val="607681"/>
                </a:solidFill>
                <a:latin typeface="Arial"/>
                <a:ea typeface="Arial"/>
                <a:cs typeface="Arial"/>
              </a:defRPr>
            </a:lvl1pPr>
            <a:lvl2pPr>
              <a:buNone/>
              <a:defRPr sz="1800" b="0">
                <a:solidFill>
                  <a:srgbClr val="607681"/>
                </a:solidFill>
                <a:latin typeface="Arial"/>
                <a:ea typeface="Arial"/>
                <a:cs typeface="Arial"/>
              </a:defRPr>
            </a:lvl2pPr>
            <a:lvl3pPr>
              <a:buNone/>
              <a:defRPr sz="1800" b="0">
                <a:solidFill>
                  <a:srgbClr val="607681"/>
                </a:solidFill>
                <a:latin typeface="Arial"/>
                <a:ea typeface="Arial"/>
                <a:cs typeface="Arial"/>
              </a:defRPr>
            </a:lvl3pPr>
            <a:lvl4pPr>
              <a:buNone/>
              <a:defRPr sz="1800" b="0">
                <a:solidFill>
                  <a:srgbClr val="607681"/>
                </a:solidFill>
                <a:latin typeface="Arial"/>
                <a:ea typeface="Arial"/>
                <a:cs typeface="Arial"/>
              </a:defRPr>
            </a:lvl4pPr>
            <a:lvl5pPr>
              <a:buNone/>
              <a:defRPr sz="1800" b="0">
                <a:solidFill>
                  <a:srgbClr val="607681"/>
                </a:solidFill>
                <a:latin typeface="Arial"/>
                <a:ea typeface="Arial"/>
                <a:cs typeface="Arial"/>
              </a:defRPr>
            </a:lvl5pPr>
            <a:lvl6pPr>
              <a:buNone/>
              <a:defRPr sz="1800" b="0">
                <a:solidFill>
                  <a:srgbClr val="607681"/>
                </a:solidFill>
                <a:latin typeface="Arial"/>
                <a:ea typeface="Arial"/>
                <a:cs typeface="Arial"/>
              </a:defRPr>
            </a:lvl6pPr>
            <a:lvl7pPr>
              <a:buNone/>
              <a:defRPr sz="1800" b="0">
                <a:solidFill>
                  <a:srgbClr val="607681"/>
                </a:solidFill>
                <a:latin typeface="Arial"/>
                <a:ea typeface="Arial"/>
                <a:cs typeface="Arial"/>
              </a:defRPr>
            </a:lvl7pPr>
            <a:lvl8pPr>
              <a:buNone/>
              <a:defRPr sz="1800" b="0">
                <a:solidFill>
                  <a:srgbClr val="607681"/>
                </a:solidFill>
                <a:latin typeface="Arial"/>
                <a:ea typeface="Arial"/>
                <a:cs typeface="Arial"/>
              </a:defRPr>
            </a:lvl8pPr>
            <a:lvl9pPr>
              <a:buNone/>
              <a:defRPr sz="1800" b="0">
                <a:solidFill>
                  <a:srgbClr val="607681"/>
                </a:solidFill>
                <a:latin typeface="Arial"/>
                <a:ea typeface="Arial"/>
                <a:cs typeface="Arial"/>
              </a:defRPr>
            </a:lvl9pPr>
          </a:lstStyle>
          <a:p xmlns:a="http://schemas.openxmlformats.org/drawingml/2006/main">
            <a:pPr>
              <a:buNone/>
              <a:defRPr sz="1800" b="0">
                <a:solidFill>
                  <a:srgbClr val="607681"/>
                </a:solidFill>
                <a:latin typeface="Arial"/>
                <a:ea typeface="Arial"/>
                <a:cs typeface="Arial"/>
              </a:defRPr>
            </a:pPr>
            <a:r>
              <a:rPr sz="1800" b="0">
                <a:solidFill>
                  <a:srgbClr val="607681"/>
                </a:solidFill>
                <a:latin typeface="Arial"/>
                <a:ea typeface="Arial"/>
                <a:cs typeface="Arial"/>
              </a:rPr>
              <a:t>Current scope: free tickets. Payments and refunds remain deferred.</a:t>
            </a:r>
          </a:p>
        </p:txBody>
      </p:sp>
      <p:cxnSp>
        <p:nvCxnSpPr>
          <p:cNvPr id="13" name="Footer rule">
            <a:extLst xmlns:a="http://schemas.openxmlformats.org/drawingml/2006/main">
              <a:ext uri="{FF2B5EF4-FFF2-40B4-BE49-F238E27FC236}">
                <a16:creationId xmlns:a16="http://schemas.microsoft.com/office/drawing/2014/main" id="{750F69B8-EA33-4462-AF6A-5F08720C750E}"/>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697010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1E146DB-F1B0-4661-AA7E-E10BB1FDBB0C}"/>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OVERVIEW</a:t>
            </a:r>
          </a:p>
        </p:txBody>
      </p:sp>
      <p:sp>
        <p:nvSpPr>
          <p:cNvPr id="2" name="">
            <a:extLst xmlns:a="http://schemas.openxmlformats.org/drawingml/2006/main">
              <a:ext uri="{FF2B5EF4-FFF2-40B4-BE49-F238E27FC236}">
                <a16:creationId xmlns:a16="http://schemas.microsoft.com/office/drawing/2014/main" id="{2DCA444F-FA4B-4B30-879F-BDD6D6B2173C}"/>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System use cases</a:t>
            </a:r>
          </a:p>
        </p:txBody>
      </p:sp>
      <p:sp>
        <p:nvSpPr>
          <p:cNvPr id="3" name="">
            <a:extLst xmlns:a="http://schemas.openxmlformats.org/drawingml/2006/main">
              <a:ext uri="{FF2B5EF4-FFF2-40B4-BE49-F238E27FC236}">
                <a16:creationId xmlns:a16="http://schemas.microsoft.com/office/drawing/2014/main" id="{BBBE394E-6365-4BC7-BD14-182EB52B89E8}"/>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7EC4CD85-B55B-4635-AB75-8B6A65783AA2}"/>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1A50005-5B10-44DC-AA21-6836CC47D8F4}"/>
              </a:ext>
            </a:extLst>
          </p:cNvPr>
          <p:cNvSpPr>
            <a:spLocks xmlns:a="http://schemas.openxmlformats.org/drawingml/2006/main" noGrp="1"/>
          </p:cNvSpPr>
          <p:nvPr/>
        </p:nvSpPr>
        <p:spPr>
          <a:xfrm xmlns:a="http://schemas.openxmlformats.org/drawingml/2006/main">
            <a:off x="2524125" y="1666875"/>
            <a:ext cx="7143750" cy="4191000"/>
          </a:xfrm>
          <a:prstGeom xmlns:a="http://schemas.openxmlformats.org/drawingml/2006/main" prst="rect">
            <a:avLst/>
          </a:prstGeom>
          <a:noFill xmlns:a="http://schemas.openxmlformats.org/drawingml/2006/main"/>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0B550D07-0F70-406F-ABFA-AA9BA40DD09D}"/>
              </a:ext>
            </a:extLst>
          </p:cNvPr>
          <p:cNvSpPr>
            <a:spLocks xmlns:a="http://schemas.openxmlformats.org/drawingml/2006/main" noGrp="1"/>
          </p:cNvSpPr>
          <p:nvPr/>
        </p:nvSpPr>
        <p:spPr>
          <a:xfrm xmlns:a="http://schemas.openxmlformats.org/drawingml/2006/main">
            <a:off x="2686050" y="17430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SEMS</a:t>
            </a:r>
          </a:p>
        </p:txBody>
      </p:sp>
      <p:sp>
        <p:nvSpPr>
          <p:cNvPr id="7" name="">
            <a:extLst xmlns:a="http://schemas.openxmlformats.org/drawingml/2006/main">
              <a:ext uri="{FF2B5EF4-FFF2-40B4-BE49-F238E27FC236}">
                <a16:creationId xmlns:a16="http://schemas.microsoft.com/office/drawing/2014/main" id="{27E28FAF-403E-4687-AD7A-2CCFFD70F055}"/>
              </a:ext>
            </a:extLst>
          </p:cNvPr>
          <p:cNvSpPr>
            <a:spLocks xmlns:a="http://schemas.openxmlformats.org/drawingml/2006/main" noGrp="1"/>
          </p:cNvSpPr>
          <p:nvPr/>
        </p:nvSpPr>
        <p:spPr>
          <a:xfrm xmlns:a="http://schemas.openxmlformats.org/drawingml/2006/main">
            <a:off x="609600" y="2171700"/>
            <a:ext cx="171450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8" name="">
            <a:extLst xmlns:a="http://schemas.openxmlformats.org/drawingml/2006/main">
              <a:ext uri="{FF2B5EF4-FFF2-40B4-BE49-F238E27FC236}">
                <a16:creationId xmlns:a16="http://schemas.microsoft.com/office/drawing/2014/main" id="{9066EF63-E6F9-4E58-9C71-6651E6035CC2}"/>
              </a:ext>
            </a:extLst>
          </p:cNvPr>
          <p:cNvSpPr>
            <a:spLocks xmlns:a="http://schemas.openxmlformats.org/drawingml/2006/main" noGrp="1"/>
          </p:cNvSpPr>
          <p:nvPr/>
        </p:nvSpPr>
        <p:spPr>
          <a:xfrm xmlns:a="http://schemas.openxmlformats.org/drawingml/2006/main">
            <a:off x="647700" y="2219325"/>
            <a:ext cx="1638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9" name="">
            <a:extLst xmlns:a="http://schemas.openxmlformats.org/drawingml/2006/main">
              <a:ext uri="{FF2B5EF4-FFF2-40B4-BE49-F238E27FC236}">
                <a16:creationId xmlns:a16="http://schemas.microsoft.com/office/drawing/2014/main" id="{6F9A29C6-1FA4-4538-AF25-E311209EB452}"/>
              </a:ext>
            </a:extLst>
          </p:cNvPr>
          <p:cNvSpPr>
            <a:spLocks xmlns:a="http://schemas.openxmlformats.org/drawingml/2006/main" noGrp="1"/>
          </p:cNvSpPr>
          <p:nvPr/>
        </p:nvSpPr>
        <p:spPr>
          <a:xfrm xmlns:a="http://schemas.openxmlformats.org/drawingml/2006/main">
            <a:off x="647700" y="24574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Guest</a:t>
            </a:r>
          </a:p>
        </p:txBody>
      </p:sp>
      <p:sp>
        <p:nvSpPr>
          <p:cNvPr id="10" name="">
            <a:extLst xmlns:a="http://schemas.openxmlformats.org/drawingml/2006/main">
              <a:ext uri="{FF2B5EF4-FFF2-40B4-BE49-F238E27FC236}">
                <a16:creationId xmlns:a16="http://schemas.microsoft.com/office/drawing/2014/main" id="{2DA9F1FF-8A1D-4A31-85A5-1238CD637CD5}"/>
              </a:ext>
            </a:extLst>
          </p:cNvPr>
          <p:cNvSpPr>
            <a:spLocks xmlns:a="http://schemas.openxmlformats.org/drawingml/2006/main" noGrp="1"/>
          </p:cNvSpPr>
          <p:nvPr/>
        </p:nvSpPr>
        <p:spPr>
          <a:xfrm xmlns:a="http://schemas.openxmlformats.org/drawingml/2006/main">
            <a:off x="2762250" y="2143125"/>
            <a:ext cx="2857500"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11" name="">
            <a:extLst xmlns:a="http://schemas.openxmlformats.org/drawingml/2006/main">
              <a:ext uri="{FF2B5EF4-FFF2-40B4-BE49-F238E27FC236}">
                <a16:creationId xmlns:a16="http://schemas.microsoft.com/office/drawing/2014/main" id="{1F100E4B-7ADC-405A-9A01-6ABC53421852}"/>
              </a:ext>
            </a:extLst>
          </p:cNvPr>
          <p:cNvSpPr>
            <a:spLocks xmlns:a="http://schemas.openxmlformats.org/drawingml/2006/main" noGrp="1"/>
          </p:cNvSpPr>
          <p:nvPr/>
        </p:nvSpPr>
        <p:spPr>
          <a:xfrm xmlns:a="http://schemas.openxmlformats.org/drawingml/2006/main">
            <a:off x="2876550" y="2314575"/>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UC01 Register</a:t>
            </a:r>
          </a:p>
        </p:txBody>
      </p:sp>
      <p:cxnSp>
        <p:nvCxnSpPr>
          <p:cNvPr id="12" name="">
            <a:extLst xmlns:a="http://schemas.openxmlformats.org/drawingml/2006/main">
              <a:ext uri="{FF2B5EF4-FFF2-40B4-BE49-F238E27FC236}">
                <a16:creationId xmlns:a16="http://schemas.microsoft.com/office/drawing/2014/main" id="{9C6351BA-A3E8-480B-8F57-3826641D7832}"/>
              </a:ext>
            </a:extLst>
          </p:cNvPr>
          <p:cNvCxnSpPr/>
          <p:nvPr/>
        </p:nvCxnSpPr>
        <p:spPr>
          <a:xfrm xmlns:a="http://schemas.openxmlformats.org/drawingml/2006/main" flipH="0" flipV="0">
            <a:off x="2324100" y="2476500"/>
            <a:ext cx="438150" cy="0"/>
          </a:xfrm>
          <a:prstGeom xmlns:a="http://schemas.openxmlformats.org/drawingml/2006/main" prst="straightConnector1">
            <a:avLst/>
          </a:prstGeom>
          <a:ln xmlns:a="http://schemas.openxmlformats.org/drawingml/2006/main" w="15240">
            <a:solidFill>
              <a:srgbClr val="173042"/>
            </a:solidFill>
            <a:prstDash val="solid"/>
          </a:ln>
        </p:spPr>
      </p:cxnSp>
      <p:sp>
        <p:nvSpPr>
          <p:cNvPr id="13" name="">
            <a:extLst xmlns:a="http://schemas.openxmlformats.org/drawingml/2006/main">
              <a:ext uri="{FF2B5EF4-FFF2-40B4-BE49-F238E27FC236}">
                <a16:creationId xmlns:a16="http://schemas.microsoft.com/office/drawing/2014/main" id="{FA64C127-C04B-4B71-806B-60BE4D24D47A}"/>
              </a:ext>
            </a:extLst>
          </p:cNvPr>
          <p:cNvSpPr>
            <a:spLocks xmlns:a="http://schemas.openxmlformats.org/drawingml/2006/main" noGrp="1"/>
          </p:cNvSpPr>
          <p:nvPr/>
        </p:nvSpPr>
        <p:spPr>
          <a:xfrm xmlns:a="http://schemas.openxmlformats.org/drawingml/2006/main">
            <a:off x="609600" y="3076575"/>
            <a:ext cx="171450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4" name="">
            <a:extLst xmlns:a="http://schemas.openxmlformats.org/drawingml/2006/main">
              <a:ext uri="{FF2B5EF4-FFF2-40B4-BE49-F238E27FC236}">
                <a16:creationId xmlns:a16="http://schemas.microsoft.com/office/drawing/2014/main" id="{F0068CB3-F047-40FB-B87F-930C20AE1814}"/>
              </a:ext>
            </a:extLst>
          </p:cNvPr>
          <p:cNvSpPr>
            <a:spLocks xmlns:a="http://schemas.openxmlformats.org/drawingml/2006/main" noGrp="1"/>
          </p:cNvSpPr>
          <p:nvPr/>
        </p:nvSpPr>
        <p:spPr>
          <a:xfrm xmlns:a="http://schemas.openxmlformats.org/drawingml/2006/main">
            <a:off x="647700" y="3124200"/>
            <a:ext cx="1638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15" name="">
            <a:extLst xmlns:a="http://schemas.openxmlformats.org/drawingml/2006/main">
              <a:ext uri="{FF2B5EF4-FFF2-40B4-BE49-F238E27FC236}">
                <a16:creationId xmlns:a16="http://schemas.microsoft.com/office/drawing/2014/main" id="{78263E2D-A038-49D9-9336-5B8BF054DC83}"/>
              </a:ext>
            </a:extLst>
          </p:cNvPr>
          <p:cNvSpPr>
            <a:spLocks xmlns:a="http://schemas.openxmlformats.org/drawingml/2006/main" noGrp="1"/>
          </p:cNvSpPr>
          <p:nvPr/>
        </p:nvSpPr>
        <p:spPr>
          <a:xfrm xmlns:a="http://schemas.openxmlformats.org/drawingml/2006/main">
            <a:off x="647700" y="3362325"/>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Account holder</a:t>
            </a:r>
          </a:p>
        </p:txBody>
      </p:sp>
      <p:sp>
        <p:nvSpPr>
          <p:cNvPr id="16" name="">
            <a:extLst xmlns:a="http://schemas.openxmlformats.org/drawingml/2006/main">
              <a:ext uri="{FF2B5EF4-FFF2-40B4-BE49-F238E27FC236}">
                <a16:creationId xmlns:a16="http://schemas.microsoft.com/office/drawing/2014/main" id="{0FA43754-3B0B-421D-9979-B7DA0C050D53}"/>
              </a:ext>
            </a:extLst>
          </p:cNvPr>
          <p:cNvSpPr>
            <a:spLocks xmlns:a="http://schemas.openxmlformats.org/drawingml/2006/main" noGrp="1"/>
          </p:cNvSpPr>
          <p:nvPr/>
        </p:nvSpPr>
        <p:spPr>
          <a:xfrm xmlns:a="http://schemas.openxmlformats.org/drawingml/2006/main">
            <a:off x="2762250" y="3048000"/>
            <a:ext cx="2857500"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17" name="">
            <a:extLst xmlns:a="http://schemas.openxmlformats.org/drawingml/2006/main">
              <a:ext uri="{FF2B5EF4-FFF2-40B4-BE49-F238E27FC236}">
                <a16:creationId xmlns:a16="http://schemas.microsoft.com/office/drawing/2014/main" id="{BBBC7566-D76A-42D6-B920-93D90B19FEB8}"/>
              </a:ext>
            </a:extLst>
          </p:cNvPr>
          <p:cNvSpPr>
            <a:spLocks xmlns:a="http://schemas.openxmlformats.org/drawingml/2006/main" noGrp="1"/>
          </p:cNvSpPr>
          <p:nvPr/>
        </p:nvSpPr>
        <p:spPr>
          <a:xfrm xmlns:a="http://schemas.openxmlformats.org/drawingml/2006/main">
            <a:off x="2876550" y="3219450"/>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UC02 Login</a:t>
            </a:r>
          </a:p>
        </p:txBody>
      </p:sp>
      <p:cxnSp>
        <p:nvCxnSpPr>
          <p:cNvPr id="18" name="">
            <a:extLst xmlns:a="http://schemas.openxmlformats.org/drawingml/2006/main">
              <a:ext uri="{FF2B5EF4-FFF2-40B4-BE49-F238E27FC236}">
                <a16:creationId xmlns:a16="http://schemas.microsoft.com/office/drawing/2014/main" id="{0BB65EC5-B5D7-4067-94AB-4888CE8E4CC3}"/>
              </a:ext>
            </a:extLst>
          </p:cNvPr>
          <p:cNvCxnSpPr/>
          <p:nvPr/>
        </p:nvCxnSpPr>
        <p:spPr>
          <a:xfrm xmlns:a="http://schemas.openxmlformats.org/drawingml/2006/main" flipH="0" flipV="0">
            <a:off x="2324100" y="3381375"/>
            <a:ext cx="438150" cy="0"/>
          </a:xfrm>
          <a:prstGeom xmlns:a="http://schemas.openxmlformats.org/drawingml/2006/main" prst="straightConnector1">
            <a:avLst/>
          </a:prstGeom>
          <a:ln xmlns:a="http://schemas.openxmlformats.org/drawingml/2006/main" w="15240">
            <a:solidFill>
              <a:srgbClr val="173042"/>
            </a:solidFill>
            <a:prstDash val="solid"/>
          </a:ln>
        </p:spPr>
      </p:cxnSp>
      <p:sp>
        <p:nvSpPr>
          <p:cNvPr id="19" name="">
            <a:extLst xmlns:a="http://schemas.openxmlformats.org/drawingml/2006/main">
              <a:ext uri="{FF2B5EF4-FFF2-40B4-BE49-F238E27FC236}">
                <a16:creationId xmlns:a16="http://schemas.microsoft.com/office/drawing/2014/main" id="{4C5F100A-77AF-4967-B354-72AF7F9104E3}"/>
              </a:ext>
            </a:extLst>
          </p:cNvPr>
          <p:cNvSpPr>
            <a:spLocks xmlns:a="http://schemas.openxmlformats.org/drawingml/2006/main" noGrp="1"/>
          </p:cNvSpPr>
          <p:nvPr/>
        </p:nvSpPr>
        <p:spPr>
          <a:xfrm xmlns:a="http://schemas.openxmlformats.org/drawingml/2006/main">
            <a:off x="609600" y="3981450"/>
            <a:ext cx="171450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0" name="">
            <a:extLst xmlns:a="http://schemas.openxmlformats.org/drawingml/2006/main">
              <a:ext uri="{FF2B5EF4-FFF2-40B4-BE49-F238E27FC236}">
                <a16:creationId xmlns:a16="http://schemas.microsoft.com/office/drawing/2014/main" id="{7FA00824-1A97-4482-B719-7F2F27537E02}"/>
              </a:ext>
            </a:extLst>
          </p:cNvPr>
          <p:cNvSpPr>
            <a:spLocks xmlns:a="http://schemas.openxmlformats.org/drawingml/2006/main" noGrp="1"/>
          </p:cNvSpPr>
          <p:nvPr/>
        </p:nvSpPr>
        <p:spPr>
          <a:xfrm xmlns:a="http://schemas.openxmlformats.org/drawingml/2006/main">
            <a:off x="647700" y="4029075"/>
            <a:ext cx="1638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21" name="">
            <a:extLst xmlns:a="http://schemas.openxmlformats.org/drawingml/2006/main">
              <a:ext uri="{FF2B5EF4-FFF2-40B4-BE49-F238E27FC236}">
                <a16:creationId xmlns:a16="http://schemas.microsoft.com/office/drawing/2014/main" id="{D0E53E78-172E-4FDC-8EBD-120FF80D0B24}"/>
              </a:ext>
            </a:extLst>
          </p:cNvPr>
          <p:cNvSpPr>
            <a:spLocks xmlns:a="http://schemas.openxmlformats.org/drawingml/2006/main" noGrp="1"/>
          </p:cNvSpPr>
          <p:nvPr/>
        </p:nvSpPr>
        <p:spPr>
          <a:xfrm xmlns:a="http://schemas.openxmlformats.org/drawingml/2006/main">
            <a:off x="647700" y="426720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Visitor</a:t>
            </a:r>
          </a:p>
        </p:txBody>
      </p:sp>
      <p:sp>
        <p:nvSpPr>
          <p:cNvPr id="22" name="">
            <a:extLst xmlns:a="http://schemas.openxmlformats.org/drawingml/2006/main">
              <a:ext uri="{FF2B5EF4-FFF2-40B4-BE49-F238E27FC236}">
                <a16:creationId xmlns:a16="http://schemas.microsoft.com/office/drawing/2014/main" id="{84145414-3C3C-4F7E-8768-CACE00188C46}"/>
              </a:ext>
            </a:extLst>
          </p:cNvPr>
          <p:cNvSpPr>
            <a:spLocks xmlns:a="http://schemas.openxmlformats.org/drawingml/2006/main" noGrp="1"/>
          </p:cNvSpPr>
          <p:nvPr/>
        </p:nvSpPr>
        <p:spPr>
          <a:xfrm xmlns:a="http://schemas.openxmlformats.org/drawingml/2006/main">
            <a:off x="2762250" y="3952875"/>
            <a:ext cx="2857500"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23" name="">
            <a:extLst xmlns:a="http://schemas.openxmlformats.org/drawingml/2006/main">
              <a:ext uri="{FF2B5EF4-FFF2-40B4-BE49-F238E27FC236}">
                <a16:creationId xmlns:a16="http://schemas.microsoft.com/office/drawing/2014/main" id="{5FE3D66F-A382-4325-BD94-0E8471F731BD}"/>
              </a:ext>
            </a:extLst>
          </p:cNvPr>
          <p:cNvSpPr>
            <a:spLocks xmlns:a="http://schemas.openxmlformats.org/drawingml/2006/main" noGrp="1"/>
          </p:cNvSpPr>
          <p:nvPr/>
        </p:nvSpPr>
        <p:spPr>
          <a:xfrm xmlns:a="http://schemas.openxmlformats.org/drawingml/2006/main">
            <a:off x="2876550" y="4124325"/>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UC05 Browse Events</a:t>
            </a:r>
          </a:p>
        </p:txBody>
      </p:sp>
      <p:cxnSp>
        <p:nvCxnSpPr>
          <p:cNvPr id="24" name="">
            <a:extLst xmlns:a="http://schemas.openxmlformats.org/drawingml/2006/main">
              <a:ext uri="{FF2B5EF4-FFF2-40B4-BE49-F238E27FC236}">
                <a16:creationId xmlns:a16="http://schemas.microsoft.com/office/drawing/2014/main" id="{CA91998B-1BDE-4ED9-8CA2-86C2D02DC3E1}"/>
              </a:ext>
            </a:extLst>
          </p:cNvPr>
          <p:cNvCxnSpPr/>
          <p:nvPr/>
        </p:nvCxnSpPr>
        <p:spPr>
          <a:xfrm xmlns:a="http://schemas.openxmlformats.org/drawingml/2006/main" flipH="0" flipV="0">
            <a:off x="2324100" y="4286250"/>
            <a:ext cx="438150" cy="0"/>
          </a:xfrm>
          <a:prstGeom xmlns:a="http://schemas.openxmlformats.org/drawingml/2006/main" prst="straightConnector1">
            <a:avLst/>
          </a:prstGeom>
          <a:ln xmlns:a="http://schemas.openxmlformats.org/drawingml/2006/main" w="15240">
            <a:solidFill>
              <a:srgbClr val="173042"/>
            </a:solidFill>
            <a:prstDash val="solid"/>
          </a:ln>
        </p:spPr>
      </p:cxnSp>
      <p:sp>
        <p:nvSpPr>
          <p:cNvPr id="25" name="">
            <a:extLst xmlns:a="http://schemas.openxmlformats.org/drawingml/2006/main">
              <a:ext uri="{FF2B5EF4-FFF2-40B4-BE49-F238E27FC236}">
                <a16:creationId xmlns:a16="http://schemas.microsoft.com/office/drawing/2014/main" id="{B1E7F772-4A9B-4B45-8DFC-0DC935D7703B}"/>
              </a:ext>
            </a:extLst>
          </p:cNvPr>
          <p:cNvSpPr>
            <a:spLocks xmlns:a="http://schemas.openxmlformats.org/drawingml/2006/main" noGrp="1"/>
          </p:cNvSpPr>
          <p:nvPr/>
        </p:nvSpPr>
        <p:spPr>
          <a:xfrm xmlns:a="http://schemas.openxmlformats.org/drawingml/2006/main">
            <a:off x="609600" y="4886325"/>
            <a:ext cx="171450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6" name="">
            <a:extLst xmlns:a="http://schemas.openxmlformats.org/drawingml/2006/main">
              <a:ext uri="{FF2B5EF4-FFF2-40B4-BE49-F238E27FC236}">
                <a16:creationId xmlns:a16="http://schemas.microsoft.com/office/drawing/2014/main" id="{54C6E85F-2EE1-41D2-835F-06C2967FF81B}"/>
              </a:ext>
            </a:extLst>
          </p:cNvPr>
          <p:cNvSpPr>
            <a:spLocks xmlns:a="http://schemas.openxmlformats.org/drawingml/2006/main" noGrp="1"/>
          </p:cNvSpPr>
          <p:nvPr/>
        </p:nvSpPr>
        <p:spPr>
          <a:xfrm xmlns:a="http://schemas.openxmlformats.org/drawingml/2006/main">
            <a:off x="647700" y="4933950"/>
            <a:ext cx="1638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27" name="">
            <a:extLst xmlns:a="http://schemas.openxmlformats.org/drawingml/2006/main">
              <a:ext uri="{FF2B5EF4-FFF2-40B4-BE49-F238E27FC236}">
                <a16:creationId xmlns:a16="http://schemas.microsoft.com/office/drawing/2014/main" id="{C7C9841E-2471-459B-8866-24A9A9A5815B}"/>
              </a:ext>
            </a:extLst>
          </p:cNvPr>
          <p:cNvSpPr>
            <a:spLocks xmlns:a="http://schemas.openxmlformats.org/drawingml/2006/main" noGrp="1"/>
          </p:cNvSpPr>
          <p:nvPr/>
        </p:nvSpPr>
        <p:spPr>
          <a:xfrm xmlns:a="http://schemas.openxmlformats.org/drawingml/2006/main">
            <a:off x="647700" y="5172075"/>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Attendee</a:t>
            </a:r>
          </a:p>
        </p:txBody>
      </p:sp>
      <p:sp>
        <p:nvSpPr>
          <p:cNvPr id="28" name="">
            <a:extLst xmlns:a="http://schemas.openxmlformats.org/drawingml/2006/main">
              <a:ext uri="{FF2B5EF4-FFF2-40B4-BE49-F238E27FC236}">
                <a16:creationId xmlns:a16="http://schemas.microsoft.com/office/drawing/2014/main" id="{14C15C26-EA29-4A28-B7CA-EEC43709F4B6}"/>
              </a:ext>
            </a:extLst>
          </p:cNvPr>
          <p:cNvSpPr>
            <a:spLocks xmlns:a="http://schemas.openxmlformats.org/drawingml/2006/main" noGrp="1"/>
          </p:cNvSpPr>
          <p:nvPr/>
        </p:nvSpPr>
        <p:spPr>
          <a:xfrm xmlns:a="http://schemas.openxmlformats.org/drawingml/2006/main">
            <a:off x="2762250" y="4857750"/>
            <a:ext cx="2857500"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29" name="">
            <a:extLst xmlns:a="http://schemas.openxmlformats.org/drawingml/2006/main">
              <a:ext uri="{FF2B5EF4-FFF2-40B4-BE49-F238E27FC236}">
                <a16:creationId xmlns:a16="http://schemas.microsoft.com/office/drawing/2014/main" id="{0383A308-0DB3-42BB-A7C7-B6EC41B23BB1}"/>
              </a:ext>
            </a:extLst>
          </p:cNvPr>
          <p:cNvSpPr>
            <a:spLocks xmlns:a="http://schemas.openxmlformats.org/drawingml/2006/main" noGrp="1"/>
          </p:cNvSpPr>
          <p:nvPr/>
        </p:nvSpPr>
        <p:spPr>
          <a:xfrm xmlns:a="http://schemas.openxmlformats.org/drawingml/2006/main">
            <a:off x="2876550" y="5029200"/>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UC06 Book Tickets</a:t>
            </a:r>
          </a:p>
        </p:txBody>
      </p:sp>
      <p:cxnSp>
        <p:nvCxnSpPr>
          <p:cNvPr id="30" name="">
            <a:extLst xmlns:a="http://schemas.openxmlformats.org/drawingml/2006/main">
              <a:ext uri="{FF2B5EF4-FFF2-40B4-BE49-F238E27FC236}">
                <a16:creationId xmlns:a16="http://schemas.microsoft.com/office/drawing/2014/main" id="{1428F1C0-5ECC-4BCE-8E19-2478BBCE9D24}"/>
              </a:ext>
            </a:extLst>
          </p:cNvPr>
          <p:cNvCxnSpPr/>
          <p:nvPr/>
        </p:nvCxnSpPr>
        <p:spPr>
          <a:xfrm xmlns:a="http://schemas.openxmlformats.org/drawingml/2006/main" flipH="0" flipV="0">
            <a:off x="2324100" y="5191125"/>
            <a:ext cx="438150" cy="0"/>
          </a:xfrm>
          <a:prstGeom xmlns:a="http://schemas.openxmlformats.org/drawingml/2006/main" prst="straightConnector1">
            <a:avLst/>
          </a:prstGeom>
          <a:ln xmlns:a="http://schemas.openxmlformats.org/drawingml/2006/main" w="15240">
            <a:solidFill>
              <a:srgbClr val="173042"/>
            </a:solidFill>
            <a:prstDash val="solid"/>
          </a:ln>
        </p:spPr>
      </p:cxnSp>
      <p:sp>
        <p:nvSpPr>
          <p:cNvPr id="31" name="">
            <a:extLst xmlns:a="http://schemas.openxmlformats.org/drawingml/2006/main">
              <a:ext uri="{FF2B5EF4-FFF2-40B4-BE49-F238E27FC236}">
                <a16:creationId xmlns:a16="http://schemas.microsoft.com/office/drawing/2014/main" id="{76A1301E-940C-49C8-83BA-B7597D627EF2}"/>
              </a:ext>
            </a:extLst>
          </p:cNvPr>
          <p:cNvSpPr>
            <a:spLocks xmlns:a="http://schemas.openxmlformats.org/drawingml/2006/main" noGrp="1"/>
          </p:cNvSpPr>
          <p:nvPr/>
        </p:nvSpPr>
        <p:spPr>
          <a:xfrm xmlns:a="http://schemas.openxmlformats.org/drawingml/2006/main">
            <a:off x="6429375" y="2143125"/>
            <a:ext cx="3000375"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32" name="">
            <a:extLst xmlns:a="http://schemas.openxmlformats.org/drawingml/2006/main">
              <a:ext uri="{FF2B5EF4-FFF2-40B4-BE49-F238E27FC236}">
                <a16:creationId xmlns:a16="http://schemas.microsoft.com/office/drawing/2014/main" id="{7700B18A-54FC-478B-8C19-49A247426B7B}"/>
              </a:ext>
            </a:extLst>
          </p:cNvPr>
          <p:cNvSpPr>
            <a:spLocks xmlns:a="http://schemas.openxmlformats.org/drawingml/2006/main" noGrp="1"/>
          </p:cNvSpPr>
          <p:nvPr/>
        </p:nvSpPr>
        <p:spPr>
          <a:xfrm xmlns:a="http://schemas.openxmlformats.org/drawingml/2006/main">
            <a:off x="6543675" y="2314575"/>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UC04 Manage Events</a:t>
            </a:r>
          </a:p>
        </p:txBody>
      </p:sp>
      <p:sp>
        <p:nvSpPr>
          <p:cNvPr id="33" name="">
            <a:extLst xmlns:a="http://schemas.openxmlformats.org/drawingml/2006/main">
              <a:ext uri="{FF2B5EF4-FFF2-40B4-BE49-F238E27FC236}">
                <a16:creationId xmlns:a16="http://schemas.microsoft.com/office/drawing/2014/main" id="{2B1299DC-9A40-44F3-BBA9-1A829F9C2CB3}"/>
              </a:ext>
            </a:extLst>
          </p:cNvPr>
          <p:cNvSpPr>
            <a:spLocks xmlns:a="http://schemas.openxmlformats.org/drawingml/2006/main" noGrp="1"/>
          </p:cNvSpPr>
          <p:nvPr/>
        </p:nvSpPr>
        <p:spPr>
          <a:xfrm xmlns:a="http://schemas.openxmlformats.org/drawingml/2006/main">
            <a:off x="9906000" y="2171700"/>
            <a:ext cx="1666875"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34" name="">
            <a:extLst xmlns:a="http://schemas.openxmlformats.org/drawingml/2006/main">
              <a:ext uri="{FF2B5EF4-FFF2-40B4-BE49-F238E27FC236}">
                <a16:creationId xmlns:a16="http://schemas.microsoft.com/office/drawing/2014/main" id="{06EDA04F-8F06-4373-A476-CF5B34837D3F}"/>
              </a:ext>
            </a:extLst>
          </p:cNvPr>
          <p:cNvSpPr>
            <a:spLocks xmlns:a="http://schemas.openxmlformats.org/drawingml/2006/main" noGrp="1"/>
          </p:cNvSpPr>
          <p:nvPr/>
        </p:nvSpPr>
        <p:spPr>
          <a:xfrm xmlns:a="http://schemas.openxmlformats.org/drawingml/2006/main">
            <a:off x="9944100" y="2219325"/>
            <a:ext cx="1590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35" name="">
            <a:extLst xmlns:a="http://schemas.openxmlformats.org/drawingml/2006/main">
              <a:ext uri="{FF2B5EF4-FFF2-40B4-BE49-F238E27FC236}">
                <a16:creationId xmlns:a16="http://schemas.microsoft.com/office/drawing/2014/main" id="{CC634145-1040-4749-A2F7-74F0A7E48B0D}"/>
              </a:ext>
            </a:extLst>
          </p:cNvPr>
          <p:cNvSpPr>
            <a:spLocks xmlns:a="http://schemas.openxmlformats.org/drawingml/2006/main" noGrp="1"/>
          </p:cNvSpPr>
          <p:nvPr/>
        </p:nvSpPr>
        <p:spPr>
          <a:xfrm xmlns:a="http://schemas.openxmlformats.org/drawingml/2006/main">
            <a:off x="9944100" y="2457450"/>
            <a:ext cx="1590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Organizer</a:t>
            </a:r>
          </a:p>
        </p:txBody>
      </p:sp>
      <p:cxnSp>
        <p:nvCxnSpPr>
          <p:cNvPr id="36" name="">
            <a:extLst xmlns:a="http://schemas.openxmlformats.org/drawingml/2006/main">
              <a:ext uri="{FF2B5EF4-FFF2-40B4-BE49-F238E27FC236}">
                <a16:creationId xmlns:a16="http://schemas.microsoft.com/office/drawing/2014/main" id="{B32E8BAE-6D39-4BE0-AA0A-9621B7E59255}"/>
              </a:ext>
            </a:extLst>
          </p:cNvPr>
          <p:cNvCxnSpPr/>
          <p:nvPr/>
        </p:nvCxnSpPr>
        <p:spPr>
          <a:xfrm xmlns:a="http://schemas.openxmlformats.org/drawingml/2006/main" flipH="0" flipV="0">
            <a:off x="9429750" y="2476500"/>
            <a:ext cx="476250" cy="0"/>
          </a:xfrm>
          <a:prstGeom xmlns:a="http://schemas.openxmlformats.org/drawingml/2006/main" prst="straightConnector1">
            <a:avLst/>
          </a:prstGeom>
          <a:ln xmlns:a="http://schemas.openxmlformats.org/drawingml/2006/main" w="15240">
            <a:solidFill>
              <a:srgbClr val="173042"/>
            </a:solidFill>
            <a:prstDash val="solid"/>
          </a:ln>
        </p:spPr>
      </p:cxnSp>
      <p:sp>
        <p:nvSpPr>
          <p:cNvPr id="37" name="">
            <a:extLst xmlns:a="http://schemas.openxmlformats.org/drawingml/2006/main">
              <a:ext uri="{FF2B5EF4-FFF2-40B4-BE49-F238E27FC236}">
                <a16:creationId xmlns:a16="http://schemas.microsoft.com/office/drawing/2014/main" id="{450AA56B-4748-4FB0-B224-AA0F931611ED}"/>
              </a:ext>
            </a:extLst>
          </p:cNvPr>
          <p:cNvSpPr>
            <a:spLocks xmlns:a="http://schemas.openxmlformats.org/drawingml/2006/main" noGrp="1"/>
          </p:cNvSpPr>
          <p:nvPr/>
        </p:nvSpPr>
        <p:spPr>
          <a:xfrm xmlns:a="http://schemas.openxmlformats.org/drawingml/2006/main">
            <a:off x="6429375" y="3524250"/>
            <a:ext cx="3000375"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38" name="">
            <a:extLst xmlns:a="http://schemas.openxmlformats.org/drawingml/2006/main">
              <a:ext uri="{FF2B5EF4-FFF2-40B4-BE49-F238E27FC236}">
                <a16:creationId xmlns:a16="http://schemas.microsoft.com/office/drawing/2014/main" id="{F44D857A-677F-4DC9-9E4F-C585FF5B96D3}"/>
              </a:ext>
            </a:extLst>
          </p:cNvPr>
          <p:cNvSpPr>
            <a:spLocks xmlns:a="http://schemas.openxmlformats.org/drawingml/2006/main" noGrp="1"/>
          </p:cNvSpPr>
          <p:nvPr/>
        </p:nvSpPr>
        <p:spPr>
          <a:xfrm xmlns:a="http://schemas.openxmlformats.org/drawingml/2006/main">
            <a:off x="6543675" y="3695700"/>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UC03 Users and Roles</a:t>
            </a:r>
          </a:p>
        </p:txBody>
      </p:sp>
      <p:sp>
        <p:nvSpPr>
          <p:cNvPr id="39" name="">
            <a:extLst xmlns:a="http://schemas.openxmlformats.org/drawingml/2006/main">
              <a:ext uri="{FF2B5EF4-FFF2-40B4-BE49-F238E27FC236}">
                <a16:creationId xmlns:a16="http://schemas.microsoft.com/office/drawing/2014/main" id="{1E7F5F7D-21B5-4EFF-9A57-D15711295537}"/>
              </a:ext>
            </a:extLst>
          </p:cNvPr>
          <p:cNvSpPr>
            <a:spLocks xmlns:a="http://schemas.openxmlformats.org/drawingml/2006/main" noGrp="1"/>
          </p:cNvSpPr>
          <p:nvPr/>
        </p:nvSpPr>
        <p:spPr>
          <a:xfrm xmlns:a="http://schemas.openxmlformats.org/drawingml/2006/main">
            <a:off x="9906000" y="3552825"/>
            <a:ext cx="1666875"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40" name="">
            <a:extLst xmlns:a="http://schemas.openxmlformats.org/drawingml/2006/main">
              <a:ext uri="{FF2B5EF4-FFF2-40B4-BE49-F238E27FC236}">
                <a16:creationId xmlns:a16="http://schemas.microsoft.com/office/drawing/2014/main" id="{E18FB722-194A-436E-B028-9F7DE402CD18}"/>
              </a:ext>
            </a:extLst>
          </p:cNvPr>
          <p:cNvSpPr>
            <a:spLocks xmlns:a="http://schemas.openxmlformats.org/drawingml/2006/main" noGrp="1"/>
          </p:cNvSpPr>
          <p:nvPr/>
        </p:nvSpPr>
        <p:spPr>
          <a:xfrm xmlns:a="http://schemas.openxmlformats.org/drawingml/2006/main">
            <a:off x="9944100" y="3600450"/>
            <a:ext cx="1590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41" name="">
            <a:extLst xmlns:a="http://schemas.openxmlformats.org/drawingml/2006/main">
              <a:ext uri="{FF2B5EF4-FFF2-40B4-BE49-F238E27FC236}">
                <a16:creationId xmlns:a16="http://schemas.microsoft.com/office/drawing/2014/main" id="{EE09435F-2286-4616-A1BB-D7E672D32432}"/>
              </a:ext>
            </a:extLst>
          </p:cNvPr>
          <p:cNvSpPr>
            <a:spLocks xmlns:a="http://schemas.openxmlformats.org/drawingml/2006/main" noGrp="1"/>
          </p:cNvSpPr>
          <p:nvPr/>
        </p:nvSpPr>
        <p:spPr>
          <a:xfrm xmlns:a="http://schemas.openxmlformats.org/drawingml/2006/main">
            <a:off x="9944100" y="3838575"/>
            <a:ext cx="1590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Admin</a:t>
            </a:r>
          </a:p>
        </p:txBody>
      </p:sp>
      <p:cxnSp>
        <p:nvCxnSpPr>
          <p:cNvPr id="42" name="">
            <a:extLst xmlns:a="http://schemas.openxmlformats.org/drawingml/2006/main">
              <a:ext uri="{FF2B5EF4-FFF2-40B4-BE49-F238E27FC236}">
                <a16:creationId xmlns:a16="http://schemas.microsoft.com/office/drawing/2014/main" id="{C0F70BCA-E3BF-46B0-B6D6-25A80E4277CB}"/>
              </a:ext>
            </a:extLst>
          </p:cNvPr>
          <p:cNvCxnSpPr/>
          <p:nvPr/>
        </p:nvCxnSpPr>
        <p:spPr>
          <a:xfrm xmlns:a="http://schemas.openxmlformats.org/drawingml/2006/main" flipH="0" flipV="0">
            <a:off x="9429750" y="3857625"/>
            <a:ext cx="476250" cy="0"/>
          </a:xfrm>
          <a:prstGeom xmlns:a="http://schemas.openxmlformats.org/drawingml/2006/main" prst="straightConnector1">
            <a:avLst/>
          </a:prstGeom>
          <a:ln xmlns:a="http://schemas.openxmlformats.org/drawingml/2006/main" w="15240">
            <a:solidFill>
              <a:srgbClr val="173042"/>
            </a:solidFill>
            <a:prstDash val="solid"/>
          </a:ln>
        </p:spPr>
      </p:cxnSp>
      <p:sp>
        <p:nvSpPr>
          <p:cNvPr id="43" name="">
            <a:extLst xmlns:a="http://schemas.openxmlformats.org/drawingml/2006/main">
              <a:ext uri="{FF2B5EF4-FFF2-40B4-BE49-F238E27FC236}">
                <a16:creationId xmlns:a16="http://schemas.microsoft.com/office/drawing/2014/main" id="{24617807-A7F4-44B9-875B-F9CB4963C580}"/>
              </a:ext>
            </a:extLst>
          </p:cNvPr>
          <p:cNvSpPr>
            <a:spLocks xmlns:a="http://schemas.openxmlformats.org/drawingml/2006/main" noGrp="1"/>
          </p:cNvSpPr>
          <p:nvPr/>
        </p:nvSpPr>
        <p:spPr>
          <a:xfrm xmlns:a="http://schemas.openxmlformats.org/drawingml/2006/main">
            <a:off x="6429375" y="4905375"/>
            <a:ext cx="3000375" cy="666750"/>
          </a:xfrm>
          <a:prstGeom xmlns:a="http://schemas.openxmlformats.org/drawingml/2006/main" prst="ellipse">
            <a:avLst/>
          </a:prstGeom>
          <a:solidFill xmlns:a="http://schemas.openxmlformats.org/drawingml/2006/main">
            <a:srgbClr val="EEF4F6"/>
          </a:solidFill>
          <a:ln xmlns:a="http://schemas.openxmlformats.org/drawingml/2006/main" w="14288">
            <a:solidFill>
              <a:srgbClr val="173042"/>
            </a:solidFill>
          </a:ln>
        </p:spPr>
      </p:sp>
      <p:sp>
        <p:nvSpPr>
          <p:cNvPr id="44" name="">
            <a:extLst xmlns:a="http://schemas.openxmlformats.org/drawingml/2006/main">
              <a:ext uri="{FF2B5EF4-FFF2-40B4-BE49-F238E27FC236}">
                <a16:creationId xmlns:a16="http://schemas.microsoft.com/office/drawing/2014/main" id="{CB31A6CC-0B40-453A-8FE1-101168C72B1F}"/>
              </a:ext>
            </a:extLst>
          </p:cNvPr>
          <p:cNvSpPr>
            <a:spLocks xmlns:a="http://schemas.openxmlformats.org/drawingml/2006/main" noGrp="1"/>
          </p:cNvSpPr>
          <p:nvPr/>
        </p:nvSpPr>
        <p:spPr>
          <a:xfrm xmlns:a="http://schemas.openxmlformats.org/drawingml/2006/main">
            <a:off x="6543675" y="5076825"/>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UC07 Check In Ticket</a:t>
            </a:r>
          </a:p>
        </p:txBody>
      </p:sp>
      <p:sp>
        <p:nvSpPr>
          <p:cNvPr id="45" name="">
            <a:extLst xmlns:a="http://schemas.openxmlformats.org/drawingml/2006/main">
              <a:ext uri="{FF2B5EF4-FFF2-40B4-BE49-F238E27FC236}">
                <a16:creationId xmlns:a16="http://schemas.microsoft.com/office/drawing/2014/main" id="{D08234A2-06CB-4858-B17D-B7C6BED0049E}"/>
              </a:ext>
            </a:extLst>
          </p:cNvPr>
          <p:cNvSpPr>
            <a:spLocks xmlns:a="http://schemas.openxmlformats.org/drawingml/2006/main" noGrp="1"/>
          </p:cNvSpPr>
          <p:nvPr/>
        </p:nvSpPr>
        <p:spPr>
          <a:xfrm xmlns:a="http://schemas.openxmlformats.org/drawingml/2006/main">
            <a:off x="9906000" y="4933950"/>
            <a:ext cx="1666875"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46" name="">
            <a:extLst xmlns:a="http://schemas.openxmlformats.org/drawingml/2006/main">
              <a:ext uri="{FF2B5EF4-FFF2-40B4-BE49-F238E27FC236}">
                <a16:creationId xmlns:a16="http://schemas.microsoft.com/office/drawing/2014/main" id="{1C61CA42-3AA3-418A-ABC1-9897886A3763}"/>
              </a:ext>
            </a:extLst>
          </p:cNvPr>
          <p:cNvSpPr>
            <a:spLocks xmlns:a="http://schemas.openxmlformats.org/drawingml/2006/main" noGrp="1"/>
          </p:cNvSpPr>
          <p:nvPr/>
        </p:nvSpPr>
        <p:spPr>
          <a:xfrm xmlns:a="http://schemas.openxmlformats.org/drawingml/2006/main">
            <a:off x="9944100" y="4981575"/>
            <a:ext cx="1590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«actor»</a:t>
            </a:r>
          </a:p>
        </p:txBody>
      </p:sp>
      <p:sp>
        <p:nvSpPr>
          <p:cNvPr id="47" name="">
            <a:extLst xmlns:a="http://schemas.openxmlformats.org/drawingml/2006/main">
              <a:ext uri="{FF2B5EF4-FFF2-40B4-BE49-F238E27FC236}">
                <a16:creationId xmlns:a16="http://schemas.microsoft.com/office/drawing/2014/main" id="{40C77F3F-009A-4B2F-BF3A-233D58D07EE1}"/>
              </a:ext>
            </a:extLst>
          </p:cNvPr>
          <p:cNvSpPr>
            <a:spLocks xmlns:a="http://schemas.openxmlformats.org/drawingml/2006/main" noGrp="1"/>
          </p:cNvSpPr>
          <p:nvPr/>
        </p:nvSpPr>
        <p:spPr>
          <a:xfrm xmlns:a="http://schemas.openxmlformats.org/drawingml/2006/main">
            <a:off x="9944100" y="5219700"/>
            <a:ext cx="1590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Assigned staff</a:t>
            </a:r>
          </a:p>
        </p:txBody>
      </p:sp>
      <p:cxnSp>
        <p:nvCxnSpPr>
          <p:cNvPr id="48" name="">
            <a:extLst xmlns:a="http://schemas.openxmlformats.org/drawingml/2006/main">
              <a:ext uri="{FF2B5EF4-FFF2-40B4-BE49-F238E27FC236}">
                <a16:creationId xmlns:a16="http://schemas.microsoft.com/office/drawing/2014/main" id="{5FBC310E-59C0-4394-879E-5C552C4CD53A}"/>
              </a:ext>
            </a:extLst>
          </p:cNvPr>
          <p:cNvCxnSpPr/>
          <p:nvPr/>
        </p:nvCxnSpPr>
        <p:spPr>
          <a:xfrm xmlns:a="http://schemas.openxmlformats.org/drawingml/2006/main" flipH="0" flipV="0">
            <a:off x="9429750" y="5238750"/>
            <a:ext cx="476250" cy="0"/>
          </a:xfrm>
          <a:prstGeom xmlns:a="http://schemas.openxmlformats.org/drawingml/2006/main" prst="straightConnector1">
            <a:avLst/>
          </a:prstGeom>
          <a:ln xmlns:a="http://schemas.openxmlformats.org/drawingml/2006/main" w="15240">
            <a:solidFill>
              <a:srgbClr val="173042"/>
            </a:solidFill>
            <a:prstDash val="solid"/>
          </a:ln>
        </p:spPr>
      </p:cxnSp>
      <p:sp>
        <p:nvSpPr>
          <p:cNvPr id="49" name="">
            <a:extLst xmlns:a="http://schemas.openxmlformats.org/drawingml/2006/main">
              <a:ext uri="{FF2B5EF4-FFF2-40B4-BE49-F238E27FC236}">
                <a16:creationId xmlns:a16="http://schemas.microsoft.com/office/drawing/2014/main" id="{2D9F3A2F-F9EF-4C17-BE2A-49FBCED00AB4}"/>
              </a:ext>
            </a:extLst>
          </p:cNvPr>
          <p:cNvSpPr>
            <a:spLocks xmlns:a="http://schemas.openxmlformats.org/drawingml/2006/main" noGrp="1"/>
          </p:cNvSpPr>
          <p:nvPr/>
        </p:nvSpPr>
        <p:spPr>
          <a:xfrm xmlns:a="http://schemas.openxmlformats.org/drawingml/2006/main">
            <a:off x="609600" y="60102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Actors are roles. One person may play several roles. Login precedes protected use cases.</a:t>
            </a:r>
          </a:p>
        </p:txBody>
      </p:sp>
      <p:cxnSp>
        <p:nvCxnSpPr>
          <p:cNvPr id="51" name="Footer rule">
            <a:extLst xmlns:a="http://schemas.openxmlformats.org/drawingml/2006/main">
              <a:ext uri="{FF2B5EF4-FFF2-40B4-BE49-F238E27FC236}">
                <a16:creationId xmlns:a16="http://schemas.microsoft.com/office/drawing/2014/main" id="{250FBF17-9B97-408B-BE96-20BC83F00778}"/>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580610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A93D1C9-2416-4D6F-A291-8A66122E9617}"/>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OVERVIEW</a:t>
            </a:r>
          </a:p>
        </p:txBody>
      </p:sp>
      <p:sp>
        <p:nvSpPr>
          <p:cNvPr id="2" name="">
            <a:extLst xmlns:a="http://schemas.openxmlformats.org/drawingml/2006/main">
              <a:ext uri="{FF2B5EF4-FFF2-40B4-BE49-F238E27FC236}">
                <a16:creationId xmlns:a16="http://schemas.microsoft.com/office/drawing/2014/main" id="{D3E1A47E-8FE5-4165-B883-B89A75C60AAB}"/>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UC04 Event management</a:t>
            </a:r>
          </a:p>
        </p:txBody>
      </p:sp>
      <p:sp>
        <p:nvSpPr>
          <p:cNvPr id="3" name="">
            <a:extLst xmlns:a="http://schemas.openxmlformats.org/drawingml/2006/main">
              <a:ext uri="{FF2B5EF4-FFF2-40B4-BE49-F238E27FC236}">
                <a16:creationId xmlns:a16="http://schemas.microsoft.com/office/drawing/2014/main" id="{0D860DAC-9487-447B-A42E-B814AFDD6C01}"/>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B7C0D1E2-DE3D-476A-A45E-CBE33572B782}"/>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0E91669-D78C-43E5-9AC5-D3CFE449B96F}"/>
              </a:ext>
            </a:extLst>
          </p:cNvPr>
          <p:cNvSpPr>
            <a:spLocks xmlns:a="http://schemas.openxmlformats.org/drawingml/2006/main" noGrp="1"/>
          </p:cNvSpPr>
          <p:nvPr/>
        </p:nvSpPr>
        <p:spPr>
          <a:xfrm xmlns:a="http://schemas.openxmlformats.org/drawingml/2006/main">
            <a:off x="762000" y="2190750"/>
            <a:ext cx="2667000" cy="904875"/>
          </a:xfrm>
          <a:prstGeom xmlns:a="http://schemas.openxmlformats.org/drawingml/2006/main" prst="roundRect">
            <a:avLst>
              <a:gd name="adj" fmla="val 8421"/>
            </a:avLst>
          </a:prstGeom>
          <a:solidFill xmlns:a="http://schemas.openxmlformats.org/drawingml/2006/main">
            <a:srgbClr val="EEF4F6"/>
          </a:solidFill>
          <a:ln xmlns:a="http://schemas.openxmlformats.org/drawingml/2006/main" w="14288">
            <a:solidFill>
              <a:srgbClr val="173042"/>
            </a:solidFill>
          </a:ln>
        </p:spPr>
        <p:txBody>
          <a:bodyPr xmlns:a="http://schemas.openxmlformats.org/drawingml/2006/main"/>
          <a:lstStyle xmlns:a="http://schemas.openxmlformats.org/drawingml/2006/main">
            <a:defPPr algn="ctr">
              <a:defRPr sz="2100" b="1">
                <a:solidFill>
                  <a:srgbClr val="173042"/>
                </a:solidFill>
                <a:latin typeface="Arial"/>
                <a:ea typeface="Arial"/>
                <a:cs typeface="Arial"/>
              </a:defRPr>
            </a:defPPr>
            <a:lvl1pPr algn="ctr">
              <a:buNone/>
              <a:defRPr sz="2100" b="1">
                <a:solidFill>
                  <a:srgbClr val="173042"/>
                </a:solidFill>
                <a:latin typeface="Arial"/>
                <a:ea typeface="Arial"/>
                <a:cs typeface="Arial"/>
              </a:defRPr>
            </a:lvl1pPr>
            <a:lvl2pPr algn="ctr">
              <a:buNone/>
              <a:defRPr sz="2100" b="1">
                <a:solidFill>
                  <a:srgbClr val="173042"/>
                </a:solidFill>
                <a:latin typeface="Arial"/>
                <a:ea typeface="Arial"/>
                <a:cs typeface="Arial"/>
              </a:defRPr>
            </a:lvl2pPr>
            <a:lvl3pPr algn="ctr">
              <a:buNone/>
              <a:defRPr sz="2100" b="1">
                <a:solidFill>
                  <a:srgbClr val="173042"/>
                </a:solidFill>
                <a:latin typeface="Arial"/>
                <a:ea typeface="Arial"/>
                <a:cs typeface="Arial"/>
              </a:defRPr>
            </a:lvl3pPr>
            <a:lvl4pPr algn="ctr">
              <a:buNone/>
              <a:defRPr sz="2100" b="1">
                <a:solidFill>
                  <a:srgbClr val="173042"/>
                </a:solidFill>
                <a:latin typeface="Arial"/>
                <a:ea typeface="Arial"/>
                <a:cs typeface="Arial"/>
              </a:defRPr>
            </a:lvl4pPr>
            <a:lvl5pPr algn="ctr">
              <a:buNone/>
              <a:defRPr sz="2100" b="1">
                <a:solidFill>
                  <a:srgbClr val="173042"/>
                </a:solidFill>
                <a:latin typeface="Arial"/>
                <a:ea typeface="Arial"/>
                <a:cs typeface="Arial"/>
              </a:defRPr>
            </a:lvl5pPr>
            <a:lvl6pPr algn="ctr">
              <a:buNone/>
              <a:defRPr sz="2100" b="1">
                <a:solidFill>
                  <a:srgbClr val="173042"/>
                </a:solidFill>
                <a:latin typeface="Arial"/>
                <a:ea typeface="Arial"/>
                <a:cs typeface="Arial"/>
              </a:defRPr>
            </a:lvl6pPr>
            <a:lvl7pPr algn="ctr">
              <a:buNone/>
              <a:defRPr sz="2100" b="1">
                <a:solidFill>
                  <a:srgbClr val="173042"/>
                </a:solidFill>
                <a:latin typeface="Arial"/>
                <a:ea typeface="Arial"/>
                <a:cs typeface="Arial"/>
              </a:defRPr>
            </a:lvl7pPr>
            <a:lvl8pPr algn="ctr">
              <a:buNone/>
              <a:defRPr sz="2100" b="1">
                <a:solidFill>
                  <a:srgbClr val="173042"/>
                </a:solidFill>
                <a:latin typeface="Arial"/>
                <a:ea typeface="Arial"/>
                <a:cs typeface="Arial"/>
              </a:defRPr>
            </a:lvl8pPr>
            <a:lvl9pPr algn="ctr">
              <a:buNone/>
              <a:defRPr sz="2100" b="1">
                <a:solidFill>
                  <a:srgbClr val="173042"/>
                </a:solidFill>
                <a:latin typeface="Arial"/>
                <a:ea typeface="Arial"/>
                <a:cs typeface="Arial"/>
              </a:defRPr>
            </a:lvl9pPr>
          </a:lstStyle>
          <a:p xmlns:a="http://schemas.openxmlformats.org/drawingml/2006/main">
            <a:pPr algn="ctr">
              <a:buNone/>
              <a:defRPr sz="2100" b="1">
                <a:solidFill>
                  <a:srgbClr val="173042"/>
                </a:solidFill>
                <a:latin typeface="Arial"/>
                <a:ea typeface="Arial"/>
                <a:cs typeface="Arial"/>
              </a:defRPr>
            </a:pPr>
            <a:r>
              <a:rPr sz="2100" b="1">
                <a:solidFill>
                  <a:srgbClr val="173042"/>
                </a:solidFill>
                <a:latin typeface="Arial"/>
                <a:ea typeface="Arial"/>
                <a:cs typeface="Arial"/>
              </a:rPr>
              <a:t>DRAFT</a:t>
            </a:r>
          </a:p>
        </p:txBody>
      </p:sp>
      <p:sp>
        <p:nvSpPr>
          <p:cNvPr id="6" name="">
            <a:extLst xmlns:a="http://schemas.openxmlformats.org/drawingml/2006/main">
              <a:ext uri="{FF2B5EF4-FFF2-40B4-BE49-F238E27FC236}">
                <a16:creationId xmlns:a16="http://schemas.microsoft.com/office/drawing/2014/main" id="{799A31C5-DA76-47A9-AF55-42A2F88BFE1D}"/>
              </a:ext>
            </a:extLst>
          </p:cNvPr>
          <p:cNvSpPr>
            <a:spLocks xmlns:a="http://schemas.openxmlformats.org/drawingml/2006/main" noGrp="1"/>
          </p:cNvSpPr>
          <p:nvPr/>
        </p:nvSpPr>
        <p:spPr>
          <a:xfrm xmlns:a="http://schemas.openxmlformats.org/drawingml/2006/main">
            <a:off x="4762500" y="2190750"/>
            <a:ext cx="2667000" cy="904875"/>
          </a:xfrm>
          <a:prstGeom xmlns:a="http://schemas.openxmlformats.org/drawingml/2006/main" prst="roundRect">
            <a:avLst>
              <a:gd name="adj" fmla="val 8421"/>
            </a:avLst>
          </a:prstGeom>
          <a:solidFill xmlns:a="http://schemas.openxmlformats.org/drawingml/2006/main">
            <a:srgbClr val="EEF4F6"/>
          </a:solidFill>
          <a:ln xmlns:a="http://schemas.openxmlformats.org/drawingml/2006/main" w="14288">
            <a:solidFill>
              <a:srgbClr val="173042"/>
            </a:solidFill>
          </a:ln>
        </p:spPr>
        <p:txBody>
          <a:bodyPr xmlns:a="http://schemas.openxmlformats.org/drawingml/2006/main"/>
          <a:lstStyle xmlns:a="http://schemas.openxmlformats.org/drawingml/2006/main">
            <a:defPPr algn="ctr">
              <a:defRPr sz="2100" b="1">
                <a:solidFill>
                  <a:srgbClr val="173042"/>
                </a:solidFill>
                <a:latin typeface="Arial"/>
                <a:ea typeface="Arial"/>
                <a:cs typeface="Arial"/>
              </a:defRPr>
            </a:defPPr>
            <a:lvl1pPr algn="ctr">
              <a:buNone/>
              <a:defRPr sz="2100" b="1">
                <a:solidFill>
                  <a:srgbClr val="173042"/>
                </a:solidFill>
                <a:latin typeface="Arial"/>
                <a:ea typeface="Arial"/>
                <a:cs typeface="Arial"/>
              </a:defRPr>
            </a:lvl1pPr>
            <a:lvl2pPr algn="ctr">
              <a:buNone/>
              <a:defRPr sz="2100" b="1">
                <a:solidFill>
                  <a:srgbClr val="173042"/>
                </a:solidFill>
                <a:latin typeface="Arial"/>
                <a:ea typeface="Arial"/>
                <a:cs typeface="Arial"/>
              </a:defRPr>
            </a:lvl2pPr>
            <a:lvl3pPr algn="ctr">
              <a:buNone/>
              <a:defRPr sz="2100" b="1">
                <a:solidFill>
                  <a:srgbClr val="173042"/>
                </a:solidFill>
                <a:latin typeface="Arial"/>
                <a:ea typeface="Arial"/>
                <a:cs typeface="Arial"/>
              </a:defRPr>
            </a:lvl3pPr>
            <a:lvl4pPr algn="ctr">
              <a:buNone/>
              <a:defRPr sz="2100" b="1">
                <a:solidFill>
                  <a:srgbClr val="173042"/>
                </a:solidFill>
                <a:latin typeface="Arial"/>
                <a:ea typeface="Arial"/>
                <a:cs typeface="Arial"/>
              </a:defRPr>
            </a:lvl4pPr>
            <a:lvl5pPr algn="ctr">
              <a:buNone/>
              <a:defRPr sz="2100" b="1">
                <a:solidFill>
                  <a:srgbClr val="173042"/>
                </a:solidFill>
                <a:latin typeface="Arial"/>
                <a:ea typeface="Arial"/>
                <a:cs typeface="Arial"/>
              </a:defRPr>
            </a:lvl5pPr>
            <a:lvl6pPr algn="ctr">
              <a:buNone/>
              <a:defRPr sz="2100" b="1">
                <a:solidFill>
                  <a:srgbClr val="173042"/>
                </a:solidFill>
                <a:latin typeface="Arial"/>
                <a:ea typeface="Arial"/>
                <a:cs typeface="Arial"/>
              </a:defRPr>
            </a:lvl6pPr>
            <a:lvl7pPr algn="ctr">
              <a:buNone/>
              <a:defRPr sz="2100" b="1">
                <a:solidFill>
                  <a:srgbClr val="173042"/>
                </a:solidFill>
                <a:latin typeface="Arial"/>
                <a:ea typeface="Arial"/>
                <a:cs typeface="Arial"/>
              </a:defRPr>
            </a:lvl7pPr>
            <a:lvl8pPr algn="ctr">
              <a:buNone/>
              <a:defRPr sz="2100" b="1">
                <a:solidFill>
                  <a:srgbClr val="173042"/>
                </a:solidFill>
                <a:latin typeface="Arial"/>
                <a:ea typeface="Arial"/>
                <a:cs typeface="Arial"/>
              </a:defRPr>
            </a:lvl8pPr>
            <a:lvl9pPr algn="ctr">
              <a:buNone/>
              <a:defRPr sz="2100" b="1">
                <a:solidFill>
                  <a:srgbClr val="173042"/>
                </a:solidFill>
                <a:latin typeface="Arial"/>
                <a:ea typeface="Arial"/>
                <a:cs typeface="Arial"/>
              </a:defRPr>
            </a:lvl9pPr>
          </a:lstStyle>
          <a:p xmlns:a="http://schemas.openxmlformats.org/drawingml/2006/main">
            <a:pPr algn="ctr">
              <a:buNone/>
              <a:defRPr sz="2100" b="1">
                <a:solidFill>
                  <a:srgbClr val="173042"/>
                </a:solidFill>
                <a:latin typeface="Arial"/>
                <a:ea typeface="Arial"/>
                <a:cs typeface="Arial"/>
              </a:defRPr>
            </a:pPr>
            <a:r>
              <a:rPr sz="2100" b="1">
                <a:solidFill>
                  <a:srgbClr val="173042"/>
                </a:solidFill>
                <a:latin typeface="Arial"/>
                <a:ea typeface="Arial"/>
                <a:cs typeface="Arial"/>
              </a:rPr>
              <a:t>PUBLISHED</a:t>
            </a:r>
          </a:p>
        </p:txBody>
      </p:sp>
      <p:sp>
        <p:nvSpPr>
          <p:cNvPr id="7" name="">
            <a:extLst xmlns:a="http://schemas.openxmlformats.org/drawingml/2006/main">
              <a:ext uri="{FF2B5EF4-FFF2-40B4-BE49-F238E27FC236}">
                <a16:creationId xmlns:a16="http://schemas.microsoft.com/office/drawing/2014/main" id="{A5168BC2-EED1-428E-8D8D-4A9E7A7EE779}"/>
              </a:ext>
            </a:extLst>
          </p:cNvPr>
          <p:cNvSpPr>
            <a:spLocks xmlns:a="http://schemas.openxmlformats.org/drawingml/2006/main" noGrp="1"/>
          </p:cNvSpPr>
          <p:nvPr/>
        </p:nvSpPr>
        <p:spPr>
          <a:xfrm xmlns:a="http://schemas.openxmlformats.org/drawingml/2006/main">
            <a:off x="8858250" y="4000500"/>
            <a:ext cx="2714625" cy="904875"/>
          </a:xfrm>
          <a:prstGeom xmlns:a="http://schemas.openxmlformats.org/drawingml/2006/main" prst="roundRect">
            <a:avLst>
              <a:gd name="adj" fmla="val 8421"/>
            </a:avLst>
          </a:prstGeom>
          <a:solidFill xmlns:a="http://schemas.openxmlformats.org/drawingml/2006/main">
            <a:srgbClr val="EEF4F6"/>
          </a:solidFill>
          <a:ln xmlns:a="http://schemas.openxmlformats.org/drawingml/2006/main" w="14288">
            <a:solidFill>
              <a:srgbClr val="173042"/>
            </a:solidFill>
          </a:ln>
        </p:spPr>
        <p:txBody>
          <a:bodyPr xmlns:a="http://schemas.openxmlformats.org/drawingml/2006/main"/>
          <a:lstStyle xmlns:a="http://schemas.openxmlformats.org/drawingml/2006/main">
            <a:defPPr algn="ctr">
              <a:defRPr sz="2100" b="1">
                <a:solidFill>
                  <a:srgbClr val="173042"/>
                </a:solidFill>
                <a:latin typeface="Arial"/>
                <a:ea typeface="Arial"/>
                <a:cs typeface="Arial"/>
              </a:defRPr>
            </a:defPPr>
            <a:lvl1pPr algn="ctr">
              <a:buNone/>
              <a:defRPr sz="2100" b="1">
                <a:solidFill>
                  <a:srgbClr val="173042"/>
                </a:solidFill>
                <a:latin typeface="Arial"/>
                <a:ea typeface="Arial"/>
                <a:cs typeface="Arial"/>
              </a:defRPr>
            </a:lvl1pPr>
            <a:lvl2pPr algn="ctr">
              <a:buNone/>
              <a:defRPr sz="2100" b="1">
                <a:solidFill>
                  <a:srgbClr val="173042"/>
                </a:solidFill>
                <a:latin typeface="Arial"/>
                <a:ea typeface="Arial"/>
                <a:cs typeface="Arial"/>
              </a:defRPr>
            </a:lvl2pPr>
            <a:lvl3pPr algn="ctr">
              <a:buNone/>
              <a:defRPr sz="2100" b="1">
                <a:solidFill>
                  <a:srgbClr val="173042"/>
                </a:solidFill>
                <a:latin typeface="Arial"/>
                <a:ea typeface="Arial"/>
                <a:cs typeface="Arial"/>
              </a:defRPr>
            </a:lvl3pPr>
            <a:lvl4pPr algn="ctr">
              <a:buNone/>
              <a:defRPr sz="2100" b="1">
                <a:solidFill>
                  <a:srgbClr val="173042"/>
                </a:solidFill>
                <a:latin typeface="Arial"/>
                <a:ea typeface="Arial"/>
                <a:cs typeface="Arial"/>
              </a:defRPr>
            </a:lvl4pPr>
            <a:lvl5pPr algn="ctr">
              <a:buNone/>
              <a:defRPr sz="2100" b="1">
                <a:solidFill>
                  <a:srgbClr val="173042"/>
                </a:solidFill>
                <a:latin typeface="Arial"/>
                <a:ea typeface="Arial"/>
                <a:cs typeface="Arial"/>
              </a:defRPr>
            </a:lvl5pPr>
            <a:lvl6pPr algn="ctr">
              <a:buNone/>
              <a:defRPr sz="2100" b="1">
                <a:solidFill>
                  <a:srgbClr val="173042"/>
                </a:solidFill>
                <a:latin typeface="Arial"/>
                <a:ea typeface="Arial"/>
                <a:cs typeface="Arial"/>
              </a:defRPr>
            </a:lvl6pPr>
            <a:lvl7pPr algn="ctr">
              <a:buNone/>
              <a:defRPr sz="2100" b="1">
                <a:solidFill>
                  <a:srgbClr val="173042"/>
                </a:solidFill>
                <a:latin typeface="Arial"/>
                <a:ea typeface="Arial"/>
                <a:cs typeface="Arial"/>
              </a:defRPr>
            </a:lvl7pPr>
            <a:lvl8pPr algn="ctr">
              <a:buNone/>
              <a:defRPr sz="2100" b="1">
                <a:solidFill>
                  <a:srgbClr val="173042"/>
                </a:solidFill>
                <a:latin typeface="Arial"/>
                <a:ea typeface="Arial"/>
                <a:cs typeface="Arial"/>
              </a:defRPr>
            </a:lvl8pPr>
            <a:lvl9pPr algn="ctr">
              <a:buNone/>
              <a:defRPr sz="2100" b="1">
                <a:solidFill>
                  <a:srgbClr val="173042"/>
                </a:solidFill>
                <a:latin typeface="Arial"/>
                <a:ea typeface="Arial"/>
                <a:cs typeface="Arial"/>
              </a:defRPr>
            </a:lvl9pPr>
          </a:lstStyle>
          <a:p xmlns:a="http://schemas.openxmlformats.org/drawingml/2006/main">
            <a:pPr algn="ctr">
              <a:buNone/>
              <a:defRPr sz="2100" b="1">
                <a:solidFill>
                  <a:srgbClr val="173042"/>
                </a:solidFill>
                <a:latin typeface="Arial"/>
                <a:ea typeface="Arial"/>
                <a:cs typeface="Arial"/>
              </a:defRPr>
            </a:pPr>
            <a:r>
              <a:rPr sz="2100" b="1">
                <a:solidFill>
                  <a:srgbClr val="173042"/>
                </a:solidFill>
                <a:latin typeface="Arial"/>
                <a:ea typeface="Arial"/>
                <a:cs typeface="Arial"/>
              </a:rPr>
              <a:t>CANCELLED</a:t>
            </a:r>
          </a:p>
        </p:txBody>
      </p:sp>
      <p:cxnSp>
        <p:nvCxnSpPr>
          <p:cNvPr id="8" name="">
            <a:extLst xmlns:a="http://schemas.openxmlformats.org/drawingml/2006/main">
              <a:ext uri="{FF2B5EF4-FFF2-40B4-BE49-F238E27FC236}">
                <a16:creationId xmlns:a16="http://schemas.microsoft.com/office/drawing/2014/main" id="{8A46B287-4D84-4B99-8083-654D1EB2F33B}"/>
              </a:ext>
            </a:extLst>
          </p:cNvPr>
          <p:cNvCxnSpPr/>
          <p:nvPr/>
        </p:nvCxnSpPr>
        <p:spPr>
          <a:xfrm xmlns:a="http://schemas.openxmlformats.org/drawingml/2006/main" flipH="0" flipV="0">
            <a:off x="3429000" y="2638425"/>
            <a:ext cx="1333500" cy="0"/>
          </a:xfrm>
          <a:prstGeom xmlns:a="http://schemas.openxmlformats.org/drawingml/2006/main" prst="straightConnector1">
            <a:avLst/>
          </a:prstGeom>
          <a:ln xmlns:a="http://schemas.openxmlformats.org/drawingml/2006/main" w="15240">
            <a:solidFill>
              <a:srgbClr val="173042"/>
            </a:solidFill>
            <a:tailEnd type="arrow" w="med" len="med"/>
          </a:ln>
        </p:spPr>
      </p:cxnSp>
      <p:sp>
        <p:nvSpPr>
          <p:cNvPr id="9" name="">
            <a:extLst xmlns:a="http://schemas.openxmlformats.org/drawingml/2006/main">
              <a:ext uri="{FF2B5EF4-FFF2-40B4-BE49-F238E27FC236}">
                <a16:creationId xmlns:a16="http://schemas.microsoft.com/office/drawing/2014/main" id="{FF731EAF-4358-4D64-B42C-E0C8F08DB455}"/>
              </a:ext>
            </a:extLst>
          </p:cNvPr>
          <p:cNvSpPr>
            <a:spLocks xmlns:a="http://schemas.openxmlformats.org/drawingml/2006/main" noGrp="1"/>
          </p:cNvSpPr>
          <p:nvPr/>
        </p:nvSpPr>
        <p:spPr>
          <a:xfrm xmlns:a="http://schemas.openxmlformats.org/drawingml/2006/main">
            <a:off x="3619500" y="22383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87B75"/>
                </a:solidFill>
                <a:latin typeface="Arial"/>
                <a:ea typeface="Arial"/>
                <a:cs typeface="Arial"/>
              </a:defRPr>
            </a:defPPr>
            <a:lvl1pPr algn="l">
              <a:buNone/>
              <a:defRPr sz="1725" b="0">
                <a:solidFill>
                  <a:srgbClr val="187B75"/>
                </a:solidFill>
                <a:latin typeface="Arial"/>
                <a:ea typeface="Arial"/>
                <a:cs typeface="Arial"/>
              </a:defRPr>
            </a:lvl1pPr>
            <a:lvl2pPr algn="l">
              <a:buNone/>
              <a:defRPr sz="1725" b="0">
                <a:solidFill>
                  <a:srgbClr val="187B75"/>
                </a:solidFill>
                <a:latin typeface="Arial"/>
                <a:ea typeface="Arial"/>
                <a:cs typeface="Arial"/>
              </a:defRPr>
            </a:lvl2pPr>
            <a:lvl3pPr algn="l">
              <a:buNone/>
              <a:defRPr sz="1725" b="0">
                <a:solidFill>
                  <a:srgbClr val="187B75"/>
                </a:solidFill>
                <a:latin typeface="Arial"/>
                <a:ea typeface="Arial"/>
                <a:cs typeface="Arial"/>
              </a:defRPr>
            </a:lvl3pPr>
            <a:lvl4pPr algn="l">
              <a:buNone/>
              <a:defRPr sz="1725" b="0">
                <a:solidFill>
                  <a:srgbClr val="187B75"/>
                </a:solidFill>
                <a:latin typeface="Arial"/>
                <a:ea typeface="Arial"/>
                <a:cs typeface="Arial"/>
              </a:defRPr>
            </a:lvl4pPr>
            <a:lvl5pPr algn="l">
              <a:buNone/>
              <a:defRPr sz="1725" b="0">
                <a:solidFill>
                  <a:srgbClr val="187B75"/>
                </a:solidFill>
                <a:latin typeface="Arial"/>
                <a:ea typeface="Arial"/>
                <a:cs typeface="Arial"/>
              </a:defRPr>
            </a:lvl5pPr>
            <a:lvl6pPr algn="l">
              <a:buNone/>
              <a:defRPr sz="1725" b="0">
                <a:solidFill>
                  <a:srgbClr val="187B75"/>
                </a:solidFill>
                <a:latin typeface="Arial"/>
                <a:ea typeface="Arial"/>
                <a:cs typeface="Arial"/>
              </a:defRPr>
            </a:lvl6pPr>
            <a:lvl7pPr algn="l">
              <a:buNone/>
              <a:defRPr sz="1725" b="0">
                <a:solidFill>
                  <a:srgbClr val="187B75"/>
                </a:solidFill>
                <a:latin typeface="Arial"/>
                <a:ea typeface="Arial"/>
                <a:cs typeface="Arial"/>
              </a:defRPr>
            </a:lvl7pPr>
            <a:lvl8pPr algn="l">
              <a:buNone/>
              <a:defRPr sz="1725" b="0">
                <a:solidFill>
                  <a:srgbClr val="187B75"/>
                </a:solidFill>
                <a:latin typeface="Arial"/>
                <a:ea typeface="Arial"/>
                <a:cs typeface="Arial"/>
              </a:defRPr>
            </a:lvl8pPr>
            <a:lvl9pPr algn="l">
              <a:buNone/>
              <a:defRPr sz="1725" b="0">
                <a:solidFill>
                  <a:srgbClr val="187B75"/>
                </a:solidFill>
                <a:latin typeface="Arial"/>
                <a:ea typeface="Arial"/>
                <a:cs typeface="Arial"/>
              </a:defRPr>
            </a:lvl9pPr>
          </a:lstStyle>
          <a:p xmlns:a="http://schemas.openxmlformats.org/drawingml/2006/main">
            <a:pPr algn="l">
              <a:buNone/>
              <a:defRPr sz="1725" b="0">
                <a:solidFill>
                  <a:srgbClr val="187B75"/>
                </a:solidFill>
                <a:latin typeface="Arial"/>
                <a:ea typeface="Arial"/>
                <a:cs typeface="Arial"/>
              </a:defRPr>
            </a:pPr>
            <a:r>
              <a:rPr sz="1725" b="0">
                <a:solidFill>
                  <a:srgbClr val="187B75"/>
                </a:solidFill>
                <a:latin typeface="Arial"/>
                <a:ea typeface="Arial"/>
                <a:cs typeface="Arial"/>
              </a:rPr>
              <a:t>publish()</a:t>
            </a:r>
          </a:p>
        </p:txBody>
      </p:sp>
      <p:cxnSp>
        <p:nvCxnSpPr>
          <p:cNvPr id="10" name="">
            <a:extLst xmlns:a="http://schemas.openxmlformats.org/drawingml/2006/main">
              <a:ext uri="{FF2B5EF4-FFF2-40B4-BE49-F238E27FC236}">
                <a16:creationId xmlns:a16="http://schemas.microsoft.com/office/drawing/2014/main" id="{E4800BDB-8918-4B63-8AF9-C06A4B5F86DD}"/>
              </a:ext>
            </a:extLst>
          </p:cNvPr>
          <p:cNvCxnSpPr/>
          <p:nvPr/>
        </p:nvCxnSpPr>
        <p:spPr>
          <a:xfrm xmlns:a="http://schemas.openxmlformats.org/drawingml/2006/main" flipH="0" flipV="0">
            <a:off x="6096000" y="3095625"/>
            <a:ext cx="0" cy="1362075"/>
          </a:xfrm>
          <a:prstGeom xmlns:a="http://schemas.openxmlformats.org/drawingml/2006/main" prst="straightConnector1">
            <a:avLst/>
          </a:prstGeom>
          <a:ln xmlns:a="http://schemas.openxmlformats.org/drawingml/2006/main" w="15240">
            <a:solidFill>
              <a:srgbClr val="173042"/>
            </a:solidFill>
          </a:ln>
        </p:spPr>
      </p:cxnSp>
      <p:cxnSp>
        <p:nvCxnSpPr>
          <p:cNvPr id="11" name="">
            <a:extLst xmlns:a="http://schemas.openxmlformats.org/drawingml/2006/main">
              <a:ext uri="{FF2B5EF4-FFF2-40B4-BE49-F238E27FC236}">
                <a16:creationId xmlns:a16="http://schemas.microsoft.com/office/drawing/2014/main" id="{16B759B9-FF54-40B9-AE38-C29E5FCC45F9}"/>
              </a:ext>
            </a:extLst>
          </p:cNvPr>
          <p:cNvCxnSpPr/>
          <p:nvPr/>
        </p:nvCxnSpPr>
        <p:spPr>
          <a:xfrm xmlns:a="http://schemas.openxmlformats.org/drawingml/2006/main" flipH="0" flipV="0">
            <a:off x="6096000" y="4457700"/>
            <a:ext cx="2762250" cy="0"/>
          </a:xfrm>
          <a:prstGeom xmlns:a="http://schemas.openxmlformats.org/drawingml/2006/main" prst="straightConnector1">
            <a:avLst/>
          </a:prstGeom>
          <a:ln xmlns:a="http://schemas.openxmlformats.org/drawingml/2006/main" w="15240">
            <a:solidFill>
              <a:srgbClr val="173042"/>
            </a:solidFill>
            <a:tailEnd type="arrow" w="med" len="med"/>
          </a:ln>
        </p:spPr>
      </p:cxnSp>
      <p:sp>
        <p:nvSpPr>
          <p:cNvPr id="12" name="">
            <a:extLst xmlns:a="http://schemas.openxmlformats.org/drawingml/2006/main">
              <a:ext uri="{FF2B5EF4-FFF2-40B4-BE49-F238E27FC236}">
                <a16:creationId xmlns:a16="http://schemas.microsoft.com/office/drawing/2014/main" id="{E2FACDE3-D405-4A8C-A857-32789A05575F}"/>
              </a:ext>
            </a:extLst>
          </p:cNvPr>
          <p:cNvSpPr>
            <a:spLocks xmlns:a="http://schemas.openxmlformats.org/drawingml/2006/main" noGrp="1"/>
          </p:cNvSpPr>
          <p:nvPr/>
        </p:nvSpPr>
        <p:spPr>
          <a:xfrm xmlns:a="http://schemas.openxmlformats.org/drawingml/2006/main">
            <a:off x="6619875" y="40767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87B75"/>
                </a:solidFill>
                <a:latin typeface="Arial"/>
                <a:ea typeface="Arial"/>
                <a:cs typeface="Arial"/>
              </a:defRPr>
            </a:defPPr>
            <a:lvl1pPr algn="l">
              <a:buNone/>
              <a:defRPr sz="1725" b="0">
                <a:solidFill>
                  <a:srgbClr val="187B75"/>
                </a:solidFill>
                <a:latin typeface="Arial"/>
                <a:ea typeface="Arial"/>
                <a:cs typeface="Arial"/>
              </a:defRPr>
            </a:lvl1pPr>
            <a:lvl2pPr algn="l">
              <a:buNone/>
              <a:defRPr sz="1725" b="0">
                <a:solidFill>
                  <a:srgbClr val="187B75"/>
                </a:solidFill>
                <a:latin typeface="Arial"/>
                <a:ea typeface="Arial"/>
                <a:cs typeface="Arial"/>
              </a:defRPr>
            </a:lvl2pPr>
            <a:lvl3pPr algn="l">
              <a:buNone/>
              <a:defRPr sz="1725" b="0">
                <a:solidFill>
                  <a:srgbClr val="187B75"/>
                </a:solidFill>
                <a:latin typeface="Arial"/>
                <a:ea typeface="Arial"/>
                <a:cs typeface="Arial"/>
              </a:defRPr>
            </a:lvl3pPr>
            <a:lvl4pPr algn="l">
              <a:buNone/>
              <a:defRPr sz="1725" b="0">
                <a:solidFill>
                  <a:srgbClr val="187B75"/>
                </a:solidFill>
                <a:latin typeface="Arial"/>
                <a:ea typeface="Arial"/>
                <a:cs typeface="Arial"/>
              </a:defRPr>
            </a:lvl4pPr>
            <a:lvl5pPr algn="l">
              <a:buNone/>
              <a:defRPr sz="1725" b="0">
                <a:solidFill>
                  <a:srgbClr val="187B75"/>
                </a:solidFill>
                <a:latin typeface="Arial"/>
                <a:ea typeface="Arial"/>
                <a:cs typeface="Arial"/>
              </a:defRPr>
            </a:lvl5pPr>
            <a:lvl6pPr algn="l">
              <a:buNone/>
              <a:defRPr sz="1725" b="0">
                <a:solidFill>
                  <a:srgbClr val="187B75"/>
                </a:solidFill>
                <a:latin typeface="Arial"/>
                <a:ea typeface="Arial"/>
                <a:cs typeface="Arial"/>
              </a:defRPr>
            </a:lvl6pPr>
            <a:lvl7pPr algn="l">
              <a:buNone/>
              <a:defRPr sz="1725" b="0">
                <a:solidFill>
                  <a:srgbClr val="187B75"/>
                </a:solidFill>
                <a:latin typeface="Arial"/>
                <a:ea typeface="Arial"/>
                <a:cs typeface="Arial"/>
              </a:defRPr>
            </a:lvl7pPr>
            <a:lvl8pPr algn="l">
              <a:buNone/>
              <a:defRPr sz="1725" b="0">
                <a:solidFill>
                  <a:srgbClr val="187B75"/>
                </a:solidFill>
                <a:latin typeface="Arial"/>
                <a:ea typeface="Arial"/>
                <a:cs typeface="Arial"/>
              </a:defRPr>
            </a:lvl8pPr>
            <a:lvl9pPr algn="l">
              <a:buNone/>
              <a:defRPr sz="1725" b="0">
                <a:solidFill>
                  <a:srgbClr val="187B75"/>
                </a:solidFill>
                <a:latin typeface="Arial"/>
                <a:ea typeface="Arial"/>
                <a:cs typeface="Arial"/>
              </a:defRPr>
            </a:lvl9pPr>
          </a:lstStyle>
          <a:p xmlns:a="http://schemas.openxmlformats.org/drawingml/2006/main">
            <a:pPr algn="l">
              <a:buNone/>
              <a:defRPr sz="1725" b="0">
                <a:solidFill>
                  <a:srgbClr val="187B75"/>
                </a:solidFill>
                <a:latin typeface="Arial"/>
                <a:ea typeface="Arial"/>
                <a:cs typeface="Arial"/>
              </a:defRPr>
            </a:pPr>
            <a:r>
              <a:rPr sz="1725" b="0">
                <a:solidFill>
                  <a:srgbClr val="187B75"/>
                </a:solidFill>
                <a:latin typeface="Arial"/>
                <a:ea typeface="Arial"/>
                <a:cs typeface="Arial"/>
              </a:rPr>
              <a:t>cancel()</a:t>
            </a:r>
          </a:p>
        </p:txBody>
      </p:sp>
      <p:cxnSp>
        <p:nvCxnSpPr>
          <p:cNvPr id="13" name="">
            <a:extLst xmlns:a="http://schemas.openxmlformats.org/drawingml/2006/main">
              <a:ext uri="{FF2B5EF4-FFF2-40B4-BE49-F238E27FC236}">
                <a16:creationId xmlns:a16="http://schemas.microsoft.com/office/drawing/2014/main" id="{2E77650D-2C0D-43E7-BD89-7BB9FFABA049}"/>
              </a:ext>
            </a:extLst>
          </p:cNvPr>
          <p:cNvCxnSpPr/>
          <p:nvPr/>
        </p:nvCxnSpPr>
        <p:spPr>
          <a:xfrm xmlns:a="http://schemas.openxmlformats.org/drawingml/2006/main" flipH="0" flipV="0">
            <a:off x="2095500" y="3095625"/>
            <a:ext cx="0" cy="2143125"/>
          </a:xfrm>
          <a:prstGeom xmlns:a="http://schemas.openxmlformats.org/drawingml/2006/main" prst="straightConnector1">
            <a:avLst/>
          </a:prstGeom>
          <a:ln xmlns:a="http://schemas.openxmlformats.org/drawingml/2006/main" w="15240">
            <a:solidFill>
              <a:srgbClr val="173042"/>
            </a:solidFill>
          </a:ln>
        </p:spPr>
      </p:cxnSp>
      <p:cxnSp>
        <p:nvCxnSpPr>
          <p:cNvPr id="14" name="">
            <a:extLst xmlns:a="http://schemas.openxmlformats.org/drawingml/2006/main">
              <a:ext uri="{FF2B5EF4-FFF2-40B4-BE49-F238E27FC236}">
                <a16:creationId xmlns:a16="http://schemas.microsoft.com/office/drawing/2014/main" id="{EB7CE6DC-0A62-476D-ADC4-F3F67C0578A1}"/>
              </a:ext>
            </a:extLst>
          </p:cNvPr>
          <p:cNvCxnSpPr/>
          <p:nvPr/>
        </p:nvCxnSpPr>
        <p:spPr>
          <a:xfrm xmlns:a="http://schemas.openxmlformats.org/drawingml/2006/main" flipH="0" flipV="0">
            <a:off x="2095500" y="5238750"/>
            <a:ext cx="8115300" cy="0"/>
          </a:xfrm>
          <a:prstGeom xmlns:a="http://schemas.openxmlformats.org/drawingml/2006/main" prst="straightConnector1">
            <a:avLst/>
          </a:prstGeom>
          <a:ln xmlns:a="http://schemas.openxmlformats.org/drawingml/2006/main" w="15240">
            <a:solidFill>
              <a:srgbClr val="173042"/>
            </a:solidFill>
          </a:ln>
        </p:spPr>
      </p:cxnSp>
      <p:cxnSp>
        <p:nvCxnSpPr>
          <p:cNvPr id="15" name="">
            <a:extLst xmlns:a="http://schemas.openxmlformats.org/drawingml/2006/main">
              <a:ext uri="{FF2B5EF4-FFF2-40B4-BE49-F238E27FC236}">
                <a16:creationId xmlns:a16="http://schemas.microsoft.com/office/drawing/2014/main" id="{FF3F0A1A-CCF7-4378-9D64-7C5291760C32}"/>
              </a:ext>
            </a:extLst>
          </p:cNvPr>
          <p:cNvCxnSpPr/>
          <p:nvPr/>
        </p:nvCxnSpPr>
        <p:spPr>
          <a:xfrm xmlns:a="http://schemas.openxmlformats.org/drawingml/2006/main" flipH="0" flipV="1">
            <a:off x="10210800" y="4905375"/>
            <a:ext cx="0" cy="333375"/>
          </a:xfrm>
          <a:prstGeom xmlns:a="http://schemas.openxmlformats.org/drawingml/2006/main" prst="straightConnector1">
            <a:avLst/>
          </a:prstGeom>
          <a:ln xmlns:a="http://schemas.openxmlformats.org/drawingml/2006/main" w="15240">
            <a:solidFill>
              <a:srgbClr val="173042"/>
            </a:solidFill>
            <a:tailEnd type="arrow" w="med" len="med"/>
          </a:ln>
        </p:spPr>
      </p:cxnSp>
      <p:sp>
        <p:nvSpPr>
          <p:cNvPr id="16" name="">
            <a:extLst xmlns:a="http://schemas.openxmlformats.org/drawingml/2006/main">
              <a:ext uri="{FF2B5EF4-FFF2-40B4-BE49-F238E27FC236}">
                <a16:creationId xmlns:a16="http://schemas.microsoft.com/office/drawing/2014/main" id="{DFF0DD95-53BE-44C8-A074-F146AA6B1DB1}"/>
              </a:ext>
            </a:extLst>
          </p:cNvPr>
          <p:cNvSpPr>
            <a:spLocks xmlns:a="http://schemas.openxmlformats.org/drawingml/2006/main" noGrp="1"/>
          </p:cNvSpPr>
          <p:nvPr/>
        </p:nvSpPr>
        <p:spPr>
          <a:xfrm xmlns:a="http://schemas.openxmlformats.org/drawingml/2006/main">
            <a:off x="3286125" y="48958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87B75"/>
                </a:solidFill>
                <a:latin typeface="Arial"/>
                <a:ea typeface="Arial"/>
                <a:cs typeface="Arial"/>
              </a:defRPr>
            </a:defPPr>
            <a:lvl1pPr algn="l">
              <a:buNone/>
              <a:defRPr sz="1725" b="0">
                <a:solidFill>
                  <a:srgbClr val="187B75"/>
                </a:solidFill>
                <a:latin typeface="Arial"/>
                <a:ea typeface="Arial"/>
                <a:cs typeface="Arial"/>
              </a:defRPr>
            </a:lvl1pPr>
            <a:lvl2pPr algn="l">
              <a:buNone/>
              <a:defRPr sz="1725" b="0">
                <a:solidFill>
                  <a:srgbClr val="187B75"/>
                </a:solidFill>
                <a:latin typeface="Arial"/>
                <a:ea typeface="Arial"/>
                <a:cs typeface="Arial"/>
              </a:defRPr>
            </a:lvl2pPr>
            <a:lvl3pPr algn="l">
              <a:buNone/>
              <a:defRPr sz="1725" b="0">
                <a:solidFill>
                  <a:srgbClr val="187B75"/>
                </a:solidFill>
                <a:latin typeface="Arial"/>
                <a:ea typeface="Arial"/>
                <a:cs typeface="Arial"/>
              </a:defRPr>
            </a:lvl3pPr>
            <a:lvl4pPr algn="l">
              <a:buNone/>
              <a:defRPr sz="1725" b="0">
                <a:solidFill>
                  <a:srgbClr val="187B75"/>
                </a:solidFill>
                <a:latin typeface="Arial"/>
                <a:ea typeface="Arial"/>
                <a:cs typeface="Arial"/>
              </a:defRPr>
            </a:lvl4pPr>
            <a:lvl5pPr algn="l">
              <a:buNone/>
              <a:defRPr sz="1725" b="0">
                <a:solidFill>
                  <a:srgbClr val="187B75"/>
                </a:solidFill>
                <a:latin typeface="Arial"/>
                <a:ea typeface="Arial"/>
                <a:cs typeface="Arial"/>
              </a:defRPr>
            </a:lvl5pPr>
            <a:lvl6pPr algn="l">
              <a:buNone/>
              <a:defRPr sz="1725" b="0">
                <a:solidFill>
                  <a:srgbClr val="187B75"/>
                </a:solidFill>
                <a:latin typeface="Arial"/>
                <a:ea typeface="Arial"/>
                <a:cs typeface="Arial"/>
              </a:defRPr>
            </a:lvl6pPr>
            <a:lvl7pPr algn="l">
              <a:buNone/>
              <a:defRPr sz="1725" b="0">
                <a:solidFill>
                  <a:srgbClr val="187B75"/>
                </a:solidFill>
                <a:latin typeface="Arial"/>
                <a:ea typeface="Arial"/>
                <a:cs typeface="Arial"/>
              </a:defRPr>
            </a:lvl7pPr>
            <a:lvl8pPr algn="l">
              <a:buNone/>
              <a:defRPr sz="1725" b="0">
                <a:solidFill>
                  <a:srgbClr val="187B75"/>
                </a:solidFill>
                <a:latin typeface="Arial"/>
                <a:ea typeface="Arial"/>
                <a:cs typeface="Arial"/>
              </a:defRPr>
            </a:lvl8pPr>
            <a:lvl9pPr algn="l">
              <a:buNone/>
              <a:defRPr sz="1725" b="0">
                <a:solidFill>
                  <a:srgbClr val="187B75"/>
                </a:solidFill>
                <a:latin typeface="Arial"/>
                <a:ea typeface="Arial"/>
                <a:cs typeface="Arial"/>
              </a:defRPr>
            </a:lvl9pPr>
          </a:lstStyle>
          <a:p xmlns:a="http://schemas.openxmlformats.org/drawingml/2006/main">
            <a:pPr algn="l">
              <a:buNone/>
              <a:defRPr sz="1725" b="0">
                <a:solidFill>
                  <a:srgbClr val="187B75"/>
                </a:solidFill>
                <a:latin typeface="Arial"/>
                <a:ea typeface="Arial"/>
                <a:cs typeface="Arial"/>
              </a:defRPr>
            </a:pPr>
            <a:r>
              <a:rPr sz="1725" b="0">
                <a:solidFill>
                  <a:srgbClr val="187B75"/>
                </a:solidFill>
                <a:latin typeface="Arial"/>
                <a:ea typeface="Arial"/>
                <a:cs typeface="Arial"/>
              </a:rPr>
              <a:t>cancel()</a:t>
            </a:r>
          </a:p>
        </p:txBody>
      </p:sp>
      <p:sp>
        <p:nvSpPr>
          <p:cNvPr id="17" name="">
            <a:extLst xmlns:a="http://schemas.openxmlformats.org/drawingml/2006/main">
              <a:ext uri="{FF2B5EF4-FFF2-40B4-BE49-F238E27FC236}">
                <a16:creationId xmlns:a16="http://schemas.microsoft.com/office/drawing/2014/main" id="{4B156234-AF58-4D22-9ACF-10C1783D5142}"/>
              </a:ext>
            </a:extLst>
          </p:cNvPr>
          <p:cNvSpPr>
            <a:spLocks xmlns:a="http://schemas.openxmlformats.org/drawingml/2006/main" noGrp="1"/>
          </p:cNvSpPr>
          <p:nvPr/>
        </p:nvSpPr>
        <p:spPr>
          <a:xfrm xmlns:a="http://schemas.openxmlformats.org/drawingml/2006/main">
            <a:off x="609600" y="5629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607681"/>
                </a:solidFill>
                <a:latin typeface="Arial"/>
                <a:ea typeface="Arial"/>
                <a:cs typeface="Arial"/>
              </a:defRPr>
            </a:defPPr>
            <a:lvl1pPr algn="l">
              <a:buNone/>
              <a:defRPr sz="1800" b="0">
                <a:solidFill>
                  <a:srgbClr val="607681"/>
                </a:solidFill>
                <a:latin typeface="Arial"/>
                <a:ea typeface="Arial"/>
                <a:cs typeface="Arial"/>
              </a:defRPr>
            </a:lvl1pPr>
            <a:lvl2pPr algn="l">
              <a:buNone/>
              <a:defRPr sz="1800" b="0">
                <a:solidFill>
                  <a:srgbClr val="607681"/>
                </a:solidFill>
                <a:latin typeface="Arial"/>
                <a:ea typeface="Arial"/>
                <a:cs typeface="Arial"/>
              </a:defRPr>
            </a:lvl2pPr>
            <a:lvl3pPr algn="l">
              <a:buNone/>
              <a:defRPr sz="1800" b="0">
                <a:solidFill>
                  <a:srgbClr val="607681"/>
                </a:solidFill>
                <a:latin typeface="Arial"/>
                <a:ea typeface="Arial"/>
                <a:cs typeface="Arial"/>
              </a:defRPr>
            </a:lvl3pPr>
            <a:lvl4pPr algn="l">
              <a:buNone/>
              <a:defRPr sz="1800" b="0">
                <a:solidFill>
                  <a:srgbClr val="607681"/>
                </a:solidFill>
                <a:latin typeface="Arial"/>
                <a:ea typeface="Arial"/>
                <a:cs typeface="Arial"/>
              </a:defRPr>
            </a:lvl4pPr>
            <a:lvl5pPr algn="l">
              <a:buNone/>
              <a:defRPr sz="1800" b="0">
                <a:solidFill>
                  <a:srgbClr val="607681"/>
                </a:solidFill>
                <a:latin typeface="Arial"/>
                <a:ea typeface="Arial"/>
                <a:cs typeface="Arial"/>
              </a:defRPr>
            </a:lvl5pPr>
            <a:lvl6pPr algn="l">
              <a:buNone/>
              <a:defRPr sz="1800" b="0">
                <a:solidFill>
                  <a:srgbClr val="607681"/>
                </a:solidFill>
                <a:latin typeface="Arial"/>
                <a:ea typeface="Arial"/>
                <a:cs typeface="Arial"/>
              </a:defRPr>
            </a:lvl6pPr>
            <a:lvl7pPr algn="l">
              <a:buNone/>
              <a:defRPr sz="1800" b="0">
                <a:solidFill>
                  <a:srgbClr val="607681"/>
                </a:solidFill>
                <a:latin typeface="Arial"/>
                <a:ea typeface="Arial"/>
                <a:cs typeface="Arial"/>
              </a:defRPr>
            </a:lvl7pPr>
            <a:lvl8pPr algn="l">
              <a:buNone/>
              <a:defRPr sz="1800" b="0">
                <a:solidFill>
                  <a:srgbClr val="607681"/>
                </a:solidFill>
                <a:latin typeface="Arial"/>
                <a:ea typeface="Arial"/>
                <a:cs typeface="Arial"/>
              </a:defRPr>
            </a:lvl8pPr>
            <a:lvl9pPr algn="l">
              <a:buNone/>
              <a:defRPr sz="1800" b="0">
                <a:solidFill>
                  <a:srgbClr val="607681"/>
                </a:solidFill>
                <a:latin typeface="Arial"/>
                <a:ea typeface="Arial"/>
                <a:cs typeface="Arial"/>
              </a:defRPr>
            </a:lvl9pPr>
          </a:lstStyle>
          <a:p xmlns:a="http://schemas.openxmlformats.org/drawingml/2006/main">
            <a:pPr algn="l">
              <a:buNone/>
              <a:defRPr sz="1800" b="0">
                <a:solidFill>
                  <a:srgbClr val="607681"/>
                </a:solidFill>
                <a:latin typeface="Arial"/>
                <a:ea typeface="Arial"/>
                <a:cs typeface="Arial"/>
              </a:defRPr>
            </a:pPr>
            <a:r>
              <a:rPr sz="1800" b="0">
                <a:solidFill>
                  <a:srgbClr val="607681"/>
                </a:solidFill>
                <a:latin typeface="Arial"/>
                <a:ea typeface="Arial"/>
                <a:cs typeface="Arial"/>
              </a:rPr>
              <a:t>Ownership checks protect editing. Version checks reject stale updates.</a:t>
            </a:r>
          </a:p>
          <a:p xmlns:a="http://schemas.openxmlformats.org/drawingml/2006/main">
            <a:pPr algn="l">
              <a:buNone/>
              <a:defRPr sz="1800" b="0">
                <a:solidFill>
                  <a:srgbClr val="607681"/>
                </a:solidFill>
                <a:latin typeface="Arial"/>
                <a:ea typeface="Arial"/>
                <a:cs typeface="Arial"/>
              </a:defRPr>
            </a:pPr>
            <a:r>
              <a:rPr sz="1800" b="0">
                <a:solidFill>
                  <a:srgbClr val="607681"/>
                </a:solidFill>
                <a:latin typeface="Arial"/>
                <a:ea typeface="Arial"/>
                <a:cs typeface="Arial"/>
              </a:rPr>
              <a:t>The event lock coordinates inventory changes and cancellation.</a:t>
            </a:r>
          </a:p>
        </p:txBody>
      </p:sp>
      <p:cxnSp>
        <p:nvCxnSpPr>
          <p:cNvPr id="19" name="Footer rule">
            <a:extLst xmlns:a="http://schemas.openxmlformats.org/drawingml/2006/main">
              <a:ext uri="{FF2B5EF4-FFF2-40B4-BE49-F238E27FC236}">
                <a16:creationId xmlns:a16="http://schemas.microsoft.com/office/drawing/2014/main" id="{A80E8D39-472F-4F5B-B293-727689367F6D}"/>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0533159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3318D2-A81D-478C-8E21-4A707E0F6822}"/>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PROJECT CONDUCT</a:t>
            </a:r>
          </a:p>
        </p:txBody>
      </p:sp>
      <p:sp>
        <p:nvSpPr>
          <p:cNvPr id="2" name="">
            <a:extLst xmlns:a="http://schemas.openxmlformats.org/drawingml/2006/main">
              <a:ext uri="{FF2B5EF4-FFF2-40B4-BE49-F238E27FC236}">
                <a16:creationId xmlns:a16="http://schemas.microsoft.com/office/drawing/2014/main" id="{439223C8-1EA6-472E-BF9A-4E39C7224A7F}"/>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Project milestones</a:t>
            </a:r>
          </a:p>
        </p:txBody>
      </p:sp>
      <p:sp>
        <p:nvSpPr>
          <p:cNvPr id="3" name="">
            <a:extLst xmlns:a="http://schemas.openxmlformats.org/drawingml/2006/main">
              <a:ext uri="{FF2B5EF4-FFF2-40B4-BE49-F238E27FC236}">
                <a16:creationId xmlns:a16="http://schemas.microsoft.com/office/drawing/2014/main" id="{058FE6FE-EF4D-4AC1-A587-AD5771FBBE85}"/>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33D9DE61-C718-45CC-B4BB-117BE0BC0F21}"/>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50AD996C-9F3B-41CC-97EB-943806DD36B1}"/>
              </a:ext>
            </a:extLst>
          </p:cNvPr>
          <p:cNvGraphicFramePr/>
          <p:nvPr/>
        </p:nvGraphicFramePr>
        <p:xfrm>
          <a:off xmlns:a="http://schemas.openxmlformats.org/drawingml/2006/main" x="609600" y="1714500"/>
          <a:ext xmlns:a="http://schemas.openxmlformats.org/drawingml/2006/main" cx="10972800" cy="2667000"/>
        </p:xfrm>
        <a:graphic xmlns:a="http://schemas.openxmlformats.org/drawingml/2006/main">
          <a:graphicData uri="http://schemas.openxmlformats.org/drawingml/2006/table">
            <a:tbl>
              <a:tblPr/>
              <a:tblGrid>
                <a:gridCol w="2000250"/>
                <a:gridCol w="8972550"/>
              </a:tblGrid>
              <a:tr h="533400">
                <a:tc>
                  <a:txBody>
                    <a:bodyPr/>
                    <a:lstStyle/>
                    <a:p>
                      <a:r>
                        <a:rPr sz="1875" b="1">
                          <a:solidFill>
                            <a:srgbClr val="FFFFFF"/>
                          </a:solidFill>
                          <a:latin typeface="Arial"/>
                          <a:ea typeface="Arial"/>
                          <a:cs typeface="Arial"/>
                        </a:rPr>
                        <a:t>Date</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75" b="1">
                          <a:solidFill>
                            <a:srgbClr val="FFFFFF"/>
                          </a:solidFill>
                          <a:latin typeface="Arial"/>
                          <a:ea typeface="Arial"/>
                          <a:cs typeface="Arial"/>
                        </a:rPr>
                        <a:t>Verified delivery milestone</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533400">
                <a:tc>
                  <a:txBody>
                    <a:bodyPr/>
                    <a:lstStyle/>
                    <a:p>
                      <a:r>
                        <a:rPr sz="1875" b="0">
                          <a:solidFill>
                            <a:srgbClr val="173042"/>
                          </a:solidFill>
                          <a:latin typeface="Arial"/>
                          <a:ea typeface="Arial"/>
                          <a:cs typeface="Arial"/>
                        </a:rPr>
                        <a:t>24 Sep</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Docker and browser acceptance of the event flow</a:t>
                      </a:r>
                    </a:p>
                  </a:txBody>
                  <a:tcPr marL="91440" marR="91440" marT="45720" marB="45720">
                    <a:lnR w="9525">
                      <a:solidFill>
                        <a:srgbClr val="B6C6CC"/>
                      </a:solidFill>
                      <a:prstDash val="solid"/>
                    </a:lnR>
                    <a:lnB w="9525">
                      <a:solidFill>
                        <a:srgbClr val="B6C6CC"/>
                      </a:solidFill>
                      <a:prstDash val="solid"/>
                    </a:lnB>
                    <a:solidFill>
                      <a:srgbClr val="FFFFFF"/>
                    </a:solidFill>
                  </a:tcPr>
                </a:tc>
              </a:tr>
              <a:tr h="533400">
                <a:tc>
                  <a:txBody>
                    <a:bodyPr/>
                    <a:lstStyle/>
                    <a:p>
                      <a:r>
                        <a:rPr sz="1875" b="0">
                          <a:solidFill>
                            <a:srgbClr val="173042"/>
                          </a:solidFill>
                          <a:latin typeface="Arial"/>
                          <a:ea typeface="Arial"/>
                          <a:cs typeface="Arial"/>
                        </a:rPr>
                        <a:t>6 Oct</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75" b="0">
                          <a:solidFill>
                            <a:srgbClr val="173042"/>
                          </a:solidFill>
                          <a:latin typeface="Arial"/>
                          <a:ea typeface="Arial"/>
                          <a:cs typeface="Arial"/>
                        </a:rPr>
                        <a:t>Core free booking accepted and merged in PR #22</a:t>
                      </a:r>
                    </a:p>
                  </a:txBody>
                  <a:tcPr marL="91440" marR="91440" marT="45720" marB="45720">
                    <a:lnR w="9525">
                      <a:solidFill>
                        <a:srgbClr val="B6C6CC"/>
                      </a:solidFill>
                      <a:prstDash val="solid"/>
                    </a:lnR>
                    <a:lnB w="9525">
                      <a:solidFill>
                        <a:srgbClr val="B6C6CC"/>
                      </a:solidFill>
                      <a:prstDash val="solid"/>
                    </a:lnB>
                    <a:solidFill>
                      <a:srgbClr val="EEF4F6"/>
                    </a:solidFill>
                  </a:tcPr>
                </a:tc>
              </a:tr>
              <a:tr h="533400">
                <a:tc>
                  <a:txBody>
                    <a:bodyPr/>
                    <a:lstStyle/>
                    <a:p>
                      <a:r>
                        <a:rPr sz="1875" b="0">
                          <a:solidFill>
                            <a:srgbClr val="173042"/>
                          </a:solidFill>
                          <a:latin typeface="Arial"/>
                          <a:ea typeface="Arial"/>
                          <a:cs typeface="Arial"/>
                        </a:rPr>
                        <a:t>20 Oct</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Cloud check-in, cancellation and reporting acceptance</a:t>
                      </a:r>
                    </a:p>
                  </a:txBody>
                  <a:tcPr marL="91440" marR="91440" marT="45720" marB="45720">
                    <a:lnR w="9525">
                      <a:solidFill>
                        <a:srgbClr val="B6C6CC"/>
                      </a:solidFill>
                      <a:prstDash val="solid"/>
                    </a:lnR>
                    <a:lnB w="9525">
                      <a:solidFill>
                        <a:srgbClr val="B6C6CC"/>
                      </a:solidFill>
                      <a:prstDash val="solid"/>
                    </a:lnB>
                    <a:solidFill>
                      <a:srgbClr val="FFFFFF"/>
                    </a:solidFill>
                  </a:tcPr>
                </a:tc>
              </a:tr>
              <a:tr h="533400">
                <a:tc>
                  <a:txBody>
                    <a:bodyPr/>
                    <a:lstStyle/>
                    <a:p>
                      <a:r>
                        <a:rPr sz="1875" b="0">
                          <a:solidFill>
                            <a:srgbClr val="173042"/>
                          </a:solidFill>
                          <a:latin typeface="Arial"/>
                          <a:ea typeface="Arial"/>
                          <a:cs typeface="Arial"/>
                        </a:rPr>
                        <a:t>21 Oct</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75" b="0">
                          <a:solidFill>
                            <a:srgbClr val="173042"/>
                          </a:solidFill>
                          <a:latin typeface="Arial"/>
                          <a:ea typeface="Arial"/>
                          <a:cs typeface="Arial"/>
                        </a:rPr>
                        <a:t>Capacity measurements and release 565f08b</a:t>
                      </a:r>
                    </a:p>
                  </a:txBody>
                  <a:tcPr marL="91440" marR="91440" marT="45720" marB="45720">
                    <a:lnR w="9525">
                      <a:solidFill>
                        <a:srgbClr val="B6C6CC"/>
                      </a:solidFill>
                      <a:prstDash val="solid"/>
                    </a:lnR>
                    <a:lnB w="9525">
                      <a:solidFill>
                        <a:srgbClr val="B6C6CC"/>
                      </a:solidFill>
                      <a:prstDash val="solid"/>
                    </a:lnB>
                    <a:solidFill>
                      <a:srgbClr val="EEF4F6"/>
                    </a:solidFill>
                  </a:tcPr>
                </a:tc>
              </a:tr>
            </a:tbl>
          </a:graphicData>
        </a:graphic>
      </p:graphicFrame>
      <p:sp>
        <p:nvSpPr>
          <p:cNvPr id="6" name="">
            <a:extLst xmlns:a="http://schemas.openxmlformats.org/drawingml/2006/main">
              <a:ext uri="{FF2B5EF4-FFF2-40B4-BE49-F238E27FC236}">
                <a16:creationId xmlns:a16="http://schemas.microsoft.com/office/drawing/2014/main" id="{4F5B2AA7-9B9B-4ABD-82A0-AF7F01E56459}"/>
              </a:ext>
            </a:extLst>
          </p:cNvPr>
          <p:cNvSpPr>
            <a:spLocks xmlns:a="http://schemas.openxmlformats.org/drawingml/2006/main" noGrp="1"/>
          </p:cNvSpPr>
          <p:nvPr/>
        </p:nvSpPr>
        <p:spPr>
          <a:xfrm xmlns:a="http://schemas.openxmlformats.org/drawingml/2006/main">
            <a:off x="609600" y="46577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7B75"/>
                </a:solidFill>
                <a:latin typeface="Arial"/>
                <a:ea typeface="Arial"/>
                <a:cs typeface="Arial"/>
              </a:defRPr>
            </a:defPPr>
            <a:lvl1pPr>
              <a:buNone/>
              <a:defRPr sz="2100" b="1">
                <a:solidFill>
                  <a:srgbClr val="187B75"/>
                </a:solidFill>
                <a:latin typeface="Arial"/>
                <a:ea typeface="Arial"/>
                <a:cs typeface="Arial"/>
              </a:defRPr>
            </a:lvl1pPr>
            <a:lvl2pPr>
              <a:buNone/>
              <a:defRPr sz="2100" b="1">
                <a:solidFill>
                  <a:srgbClr val="187B75"/>
                </a:solidFill>
                <a:latin typeface="Arial"/>
                <a:ea typeface="Arial"/>
                <a:cs typeface="Arial"/>
              </a:defRPr>
            </a:lvl2pPr>
            <a:lvl3pPr>
              <a:buNone/>
              <a:defRPr sz="2100" b="1">
                <a:solidFill>
                  <a:srgbClr val="187B75"/>
                </a:solidFill>
                <a:latin typeface="Arial"/>
                <a:ea typeface="Arial"/>
                <a:cs typeface="Arial"/>
              </a:defRPr>
            </a:lvl3pPr>
            <a:lvl4pPr>
              <a:buNone/>
              <a:defRPr sz="2100" b="1">
                <a:solidFill>
                  <a:srgbClr val="187B75"/>
                </a:solidFill>
                <a:latin typeface="Arial"/>
                <a:ea typeface="Arial"/>
                <a:cs typeface="Arial"/>
              </a:defRPr>
            </a:lvl4pPr>
            <a:lvl5pPr>
              <a:buNone/>
              <a:defRPr sz="2100" b="1">
                <a:solidFill>
                  <a:srgbClr val="187B75"/>
                </a:solidFill>
                <a:latin typeface="Arial"/>
                <a:ea typeface="Arial"/>
                <a:cs typeface="Arial"/>
              </a:defRPr>
            </a:lvl5pPr>
            <a:lvl6pPr>
              <a:buNone/>
              <a:defRPr sz="2100" b="1">
                <a:solidFill>
                  <a:srgbClr val="187B75"/>
                </a:solidFill>
                <a:latin typeface="Arial"/>
                <a:ea typeface="Arial"/>
                <a:cs typeface="Arial"/>
              </a:defRPr>
            </a:lvl6pPr>
            <a:lvl7pPr>
              <a:buNone/>
              <a:defRPr sz="2100" b="1">
                <a:solidFill>
                  <a:srgbClr val="187B75"/>
                </a:solidFill>
                <a:latin typeface="Arial"/>
                <a:ea typeface="Arial"/>
                <a:cs typeface="Arial"/>
              </a:defRPr>
            </a:lvl7pPr>
            <a:lvl8pPr>
              <a:buNone/>
              <a:defRPr sz="2100" b="1">
                <a:solidFill>
                  <a:srgbClr val="187B75"/>
                </a:solidFill>
                <a:latin typeface="Arial"/>
                <a:ea typeface="Arial"/>
                <a:cs typeface="Arial"/>
              </a:defRPr>
            </a:lvl8pPr>
            <a:lvl9pPr>
              <a:buNone/>
              <a:defRPr sz="2100" b="1">
                <a:solidFill>
                  <a:srgbClr val="187B75"/>
                </a:solidFill>
                <a:latin typeface="Arial"/>
                <a:ea typeface="Arial"/>
                <a:cs typeface="Arial"/>
              </a:defRPr>
            </a:lvl9pPr>
          </a:lstStyle>
          <a:p xmlns:a="http://schemas.openxmlformats.org/drawingml/2006/main">
            <a:pPr>
              <a:buNone/>
              <a:defRPr sz="2100" b="1">
                <a:solidFill>
                  <a:srgbClr val="187B75"/>
                </a:solidFill>
                <a:latin typeface="Arial"/>
                <a:ea typeface="Arial"/>
                <a:cs typeface="Arial"/>
              </a:defRPr>
            </a:pPr>
            <a:r>
              <a:rPr sz="2100" b="1">
                <a:solidFill>
                  <a:srgbClr val="187B75"/>
                </a:solidFill>
                <a:latin typeface="Arial"/>
                <a:ea typeface="Arial"/>
                <a:cs typeface="Arial"/>
              </a:rPr>
              <a:t>Definition of Done</a:t>
            </a:r>
          </a:p>
        </p:txBody>
      </p:sp>
      <p:sp>
        <p:nvSpPr>
          <p:cNvPr id="7" name="">
            <a:extLst xmlns:a="http://schemas.openxmlformats.org/drawingml/2006/main">
              <a:ext uri="{FF2B5EF4-FFF2-40B4-BE49-F238E27FC236}">
                <a16:creationId xmlns:a16="http://schemas.microsoft.com/office/drawing/2014/main" id="{EC00F580-C917-4E7B-9D5F-FD3393E37E23}"/>
              </a:ext>
            </a:extLst>
          </p:cNvPr>
          <p:cNvSpPr>
            <a:spLocks xmlns:a="http://schemas.openxmlformats.org/drawingml/2006/main" noGrp="1"/>
          </p:cNvSpPr>
          <p:nvPr/>
        </p:nvSpPr>
        <p:spPr>
          <a:xfrm xmlns:a="http://schemas.openxmlformats.org/drawingml/2006/main">
            <a:off x="3857625" y="4648200"/>
            <a:ext cx="7620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042"/>
                </a:solidFill>
                <a:latin typeface="Arial"/>
                <a:ea typeface="Arial"/>
                <a:cs typeface="Arial"/>
              </a:defRPr>
            </a:defPPr>
            <a:lvl1pPr>
              <a:buNone/>
              <a:defRPr sz="1875" b="0">
                <a:solidFill>
                  <a:srgbClr val="173042"/>
                </a:solidFill>
                <a:latin typeface="Arial"/>
                <a:ea typeface="Arial"/>
                <a:cs typeface="Arial"/>
              </a:defRPr>
            </a:lvl1pPr>
            <a:lvl2pPr>
              <a:buNone/>
              <a:defRPr sz="1875" b="0">
                <a:solidFill>
                  <a:srgbClr val="173042"/>
                </a:solidFill>
                <a:latin typeface="Arial"/>
                <a:ea typeface="Arial"/>
                <a:cs typeface="Arial"/>
              </a:defRPr>
            </a:lvl2pPr>
            <a:lvl3pPr>
              <a:buNone/>
              <a:defRPr sz="1875" b="0">
                <a:solidFill>
                  <a:srgbClr val="173042"/>
                </a:solidFill>
                <a:latin typeface="Arial"/>
                <a:ea typeface="Arial"/>
                <a:cs typeface="Arial"/>
              </a:defRPr>
            </a:lvl3pPr>
            <a:lvl4pPr>
              <a:buNone/>
              <a:defRPr sz="1875" b="0">
                <a:solidFill>
                  <a:srgbClr val="173042"/>
                </a:solidFill>
                <a:latin typeface="Arial"/>
                <a:ea typeface="Arial"/>
                <a:cs typeface="Arial"/>
              </a:defRPr>
            </a:lvl4pPr>
            <a:lvl5pPr>
              <a:buNone/>
              <a:defRPr sz="1875" b="0">
                <a:solidFill>
                  <a:srgbClr val="173042"/>
                </a:solidFill>
                <a:latin typeface="Arial"/>
                <a:ea typeface="Arial"/>
                <a:cs typeface="Arial"/>
              </a:defRPr>
            </a:lvl5pPr>
            <a:lvl6pPr>
              <a:buNone/>
              <a:defRPr sz="1875" b="0">
                <a:solidFill>
                  <a:srgbClr val="173042"/>
                </a:solidFill>
                <a:latin typeface="Arial"/>
                <a:ea typeface="Arial"/>
                <a:cs typeface="Arial"/>
              </a:defRPr>
            </a:lvl6pPr>
            <a:lvl7pPr>
              <a:buNone/>
              <a:defRPr sz="1875" b="0">
                <a:solidFill>
                  <a:srgbClr val="173042"/>
                </a:solidFill>
                <a:latin typeface="Arial"/>
                <a:ea typeface="Arial"/>
                <a:cs typeface="Arial"/>
              </a:defRPr>
            </a:lvl7pPr>
            <a:lvl8pPr>
              <a:buNone/>
              <a:defRPr sz="1875" b="0">
                <a:solidFill>
                  <a:srgbClr val="173042"/>
                </a:solidFill>
                <a:latin typeface="Arial"/>
                <a:ea typeface="Arial"/>
                <a:cs typeface="Arial"/>
              </a:defRPr>
            </a:lvl8pPr>
            <a:lvl9pPr>
              <a:buNone/>
              <a:defRPr sz="1875" b="0">
                <a:solidFill>
                  <a:srgbClr val="173042"/>
                </a:solidFill>
                <a:latin typeface="Arial"/>
                <a:ea typeface="Arial"/>
                <a:cs typeface="Arial"/>
              </a:defRPr>
            </a:lvl9pPr>
          </a:lstStyle>
          <a:p xmlns:a="http://schemas.openxmlformats.org/drawingml/2006/main">
            <a:pPr>
              <a:buNone/>
              <a:defRPr sz="1875" b="0">
                <a:solidFill>
                  <a:srgbClr val="173042"/>
                </a:solidFill>
                <a:latin typeface="Arial"/>
                <a:ea typeface="Arial"/>
                <a:cs typeface="Arial"/>
              </a:defRPr>
            </a:pPr>
            <a:r>
              <a:rPr sz="1875" b="0">
                <a:solidFill>
                  <a:srgbClr val="173042"/>
                </a:solidFill>
                <a:latin typeface="Arial"/>
                <a:ea typeface="Arial"/>
                <a:cs typeface="Arial"/>
              </a:rPr>
              <a:t>Acceptance checks, automated tests, peer review, CI artifacts</a:t>
            </a:r>
          </a:p>
          <a:p xmlns:a="http://schemas.openxmlformats.org/drawingml/2006/main">
            <a:pPr>
              <a:buNone/>
              <a:defRPr sz="1875" b="0">
                <a:solidFill>
                  <a:srgbClr val="173042"/>
                </a:solidFill>
                <a:latin typeface="Arial"/>
                <a:ea typeface="Arial"/>
                <a:cs typeface="Arial"/>
              </a:defRPr>
            </a:pPr>
            <a:r>
              <a:rPr sz="1875" b="0">
                <a:solidFill>
                  <a:srgbClr val="173042"/>
                </a:solidFill>
                <a:latin typeface="Arial"/>
                <a:ea typeface="Arial"/>
                <a:cs typeface="Arial"/>
              </a:rPr>
              <a:t>and recorded deployment evidence.</a:t>
            </a:r>
          </a:p>
        </p:txBody>
      </p:sp>
      <p:sp>
        <p:nvSpPr>
          <p:cNvPr id="8" name="">
            <a:extLst xmlns:a="http://schemas.openxmlformats.org/drawingml/2006/main">
              <a:ext uri="{FF2B5EF4-FFF2-40B4-BE49-F238E27FC236}">
                <a16:creationId xmlns:a16="http://schemas.microsoft.com/office/drawing/2014/main" id="{987486D6-A72C-464D-A836-B90BF968CD78}"/>
              </a:ext>
            </a:extLst>
          </p:cNvPr>
          <p:cNvSpPr>
            <a:spLocks xmlns:a="http://schemas.openxmlformats.org/drawingml/2006/main" noGrp="1"/>
          </p:cNvSpPr>
          <p:nvPr/>
        </p:nvSpPr>
        <p:spPr>
          <a:xfrm xmlns:a="http://schemas.openxmlformats.org/drawingml/2006/main">
            <a:off x="609600" y="5467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7B75"/>
                </a:solidFill>
                <a:latin typeface="Arial"/>
                <a:ea typeface="Arial"/>
                <a:cs typeface="Arial"/>
              </a:defRPr>
            </a:defPPr>
            <a:lvl1pPr>
              <a:buNone/>
              <a:defRPr sz="1725" b="0">
                <a:solidFill>
                  <a:srgbClr val="187B75"/>
                </a:solidFill>
                <a:latin typeface="Arial"/>
                <a:ea typeface="Arial"/>
                <a:cs typeface="Arial"/>
              </a:defRPr>
            </a:lvl1pPr>
            <a:lvl2pPr>
              <a:buNone/>
              <a:defRPr sz="1725" b="0">
                <a:solidFill>
                  <a:srgbClr val="187B75"/>
                </a:solidFill>
                <a:latin typeface="Arial"/>
                <a:ea typeface="Arial"/>
                <a:cs typeface="Arial"/>
              </a:defRPr>
            </a:lvl2pPr>
            <a:lvl3pPr>
              <a:buNone/>
              <a:defRPr sz="1725" b="0">
                <a:solidFill>
                  <a:srgbClr val="187B75"/>
                </a:solidFill>
                <a:latin typeface="Arial"/>
                <a:ea typeface="Arial"/>
                <a:cs typeface="Arial"/>
              </a:defRPr>
            </a:lvl3pPr>
            <a:lvl4pPr>
              <a:buNone/>
              <a:defRPr sz="1725" b="0">
                <a:solidFill>
                  <a:srgbClr val="187B75"/>
                </a:solidFill>
                <a:latin typeface="Arial"/>
                <a:ea typeface="Arial"/>
                <a:cs typeface="Arial"/>
              </a:defRPr>
            </a:lvl4pPr>
            <a:lvl5pPr>
              <a:buNone/>
              <a:defRPr sz="1725" b="0">
                <a:solidFill>
                  <a:srgbClr val="187B75"/>
                </a:solidFill>
                <a:latin typeface="Arial"/>
                <a:ea typeface="Arial"/>
                <a:cs typeface="Arial"/>
              </a:defRPr>
            </a:lvl5pPr>
            <a:lvl6pPr>
              <a:buNone/>
              <a:defRPr sz="1725" b="0">
                <a:solidFill>
                  <a:srgbClr val="187B75"/>
                </a:solidFill>
                <a:latin typeface="Arial"/>
                <a:ea typeface="Arial"/>
                <a:cs typeface="Arial"/>
              </a:defRPr>
            </a:lvl6pPr>
            <a:lvl7pPr>
              <a:buNone/>
              <a:defRPr sz="1725" b="0">
                <a:solidFill>
                  <a:srgbClr val="187B75"/>
                </a:solidFill>
                <a:latin typeface="Arial"/>
                <a:ea typeface="Arial"/>
                <a:cs typeface="Arial"/>
              </a:defRPr>
            </a:lvl7pPr>
            <a:lvl8pPr>
              <a:buNone/>
              <a:defRPr sz="1725" b="0">
                <a:solidFill>
                  <a:srgbClr val="187B75"/>
                </a:solidFill>
                <a:latin typeface="Arial"/>
                <a:ea typeface="Arial"/>
                <a:cs typeface="Arial"/>
              </a:defRPr>
            </a:lvl8pPr>
            <a:lvl9pPr>
              <a:buNone/>
              <a:defRPr sz="1725" b="0">
                <a:solidFill>
                  <a:srgbClr val="187B75"/>
                </a:solidFill>
                <a:latin typeface="Arial"/>
                <a:ea typeface="Arial"/>
                <a:cs typeface="Arial"/>
              </a:defRPr>
            </a:lvl9pPr>
          </a:lstStyle>
          <a:p xmlns:a="http://schemas.openxmlformats.org/drawingml/2006/main">
            <a:pPr>
              <a:buNone/>
              <a:defRPr sz="1725" b="0">
                <a:solidFill>
                  <a:srgbClr val="187B75"/>
                </a:solidFill>
                <a:latin typeface="Arial"/>
                <a:ea typeface="Arial"/>
                <a:cs typeface="Arial"/>
              </a:defRPr>
            </a:pPr>
            <a:r>
              <a:rPr sz="1725" b="0">
                <a:solidFill>
                  <a:srgbClr val="187B75"/>
                </a:solidFill>
                <a:latin typeface="Arial"/>
                <a:ea typeface="Arial"/>
                <a:cs typeface="Arial"/>
              </a:rPr>
              <a:t>Five sprints planned. Total effort: 476 h through Sprint 4. Details: slide 6.</a:t>
            </a:r>
          </a:p>
        </p:txBody>
      </p:sp>
      <p:sp>
        <p:nvSpPr>
          <p:cNvPr id="9" name="">
            <a:extLst xmlns:a="http://schemas.openxmlformats.org/drawingml/2006/main">
              <a:ext uri="{FF2B5EF4-FFF2-40B4-BE49-F238E27FC236}">
                <a16:creationId xmlns:a16="http://schemas.microsoft.com/office/drawing/2014/main" id="{A4AD64AB-F19D-49D4-8DD6-22180707F2F7}"/>
              </a:ext>
            </a:extLst>
          </p:cNvPr>
          <p:cNvSpPr>
            <a:spLocks xmlns:a="http://schemas.openxmlformats.org/drawingml/2006/main" noGrp="1"/>
          </p:cNvSpPr>
          <p:nvPr/>
        </p:nvSpPr>
        <p:spPr>
          <a:xfrm xmlns:a="http://schemas.openxmlformats.org/drawingml/2006/main">
            <a:off x="609600" y="5867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681"/>
                </a:solidFill>
                <a:latin typeface="Arial"/>
                <a:ea typeface="Arial"/>
                <a:cs typeface="Arial"/>
              </a:defRPr>
            </a:defPPr>
            <a:lvl1pPr>
              <a:buNone/>
              <a:defRPr sz="1650" b="0">
                <a:solidFill>
                  <a:srgbClr val="607681"/>
                </a:solidFill>
                <a:latin typeface="Arial"/>
                <a:ea typeface="Arial"/>
                <a:cs typeface="Arial"/>
              </a:defRPr>
            </a:lvl1pPr>
            <a:lvl2pPr>
              <a:buNone/>
              <a:defRPr sz="1650" b="0">
                <a:solidFill>
                  <a:srgbClr val="607681"/>
                </a:solidFill>
                <a:latin typeface="Arial"/>
                <a:ea typeface="Arial"/>
                <a:cs typeface="Arial"/>
              </a:defRPr>
            </a:lvl2pPr>
            <a:lvl3pPr>
              <a:buNone/>
              <a:defRPr sz="1650" b="0">
                <a:solidFill>
                  <a:srgbClr val="607681"/>
                </a:solidFill>
                <a:latin typeface="Arial"/>
                <a:ea typeface="Arial"/>
                <a:cs typeface="Arial"/>
              </a:defRPr>
            </a:lvl3pPr>
            <a:lvl4pPr>
              <a:buNone/>
              <a:defRPr sz="1650" b="0">
                <a:solidFill>
                  <a:srgbClr val="607681"/>
                </a:solidFill>
                <a:latin typeface="Arial"/>
                <a:ea typeface="Arial"/>
                <a:cs typeface="Arial"/>
              </a:defRPr>
            </a:lvl4pPr>
            <a:lvl5pPr>
              <a:buNone/>
              <a:defRPr sz="1650" b="0">
                <a:solidFill>
                  <a:srgbClr val="607681"/>
                </a:solidFill>
                <a:latin typeface="Arial"/>
                <a:ea typeface="Arial"/>
                <a:cs typeface="Arial"/>
              </a:defRPr>
            </a:lvl5pPr>
            <a:lvl6pPr>
              <a:buNone/>
              <a:defRPr sz="1650" b="0">
                <a:solidFill>
                  <a:srgbClr val="607681"/>
                </a:solidFill>
                <a:latin typeface="Arial"/>
                <a:ea typeface="Arial"/>
                <a:cs typeface="Arial"/>
              </a:defRPr>
            </a:lvl6pPr>
            <a:lvl7pPr>
              <a:buNone/>
              <a:defRPr sz="1650" b="0">
                <a:solidFill>
                  <a:srgbClr val="607681"/>
                </a:solidFill>
                <a:latin typeface="Arial"/>
                <a:ea typeface="Arial"/>
                <a:cs typeface="Arial"/>
              </a:defRPr>
            </a:lvl7pPr>
            <a:lvl8pPr>
              <a:buNone/>
              <a:defRPr sz="1650" b="0">
                <a:solidFill>
                  <a:srgbClr val="607681"/>
                </a:solidFill>
                <a:latin typeface="Arial"/>
                <a:ea typeface="Arial"/>
                <a:cs typeface="Arial"/>
              </a:defRPr>
            </a:lvl8pPr>
            <a:lvl9pPr>
              <a:buNone/>
              <a:defRPr sz="1650" b="0">
                <a:solidFill>
                  <a:srgbClr val="607681"/>
                </a:solidFill>
                <a:latin typeface="Arial"/>
                <a:ea typeface="Arial"/>
                <a:cs typeface="Arial"/>
              </a:defRPr>
            </a:lvl9pPr>
          </a:lstStyle>
          <a:p xmlns:a="http://schemas.openxmlformats.org/drawingml/2006/main">
            <a:pPr>
              <a:buNone/>
              <a:defRPr sz="1650" b="0">
                <a:solidFill>
                  <a:srgbClr val="607681"/>
                </a:solidFill>
                <a:latin typeface="Arial"/>
                <a:ea typeface="Arial"/>
                <a:cs typeface="Arial"/>
              </a:defRPr>
            </a:pPr>
            <a:r>
              <a:rPr sz="1650" b="0">
                <a:solidFill>
                  <a:srgbClr val="607681"/>
                </a:solidFill>
                <a:latin typeface="Arial"/>
                <a:ea typeface="Arial"/>
                <a:cs typeface="Arial"/>
              </a:rPr>
              <a:t>Next sprint: freeze optional scope earlier and reserve integration time.</a:t>
            </a:r>
          </a:p>
        </p:txBody>
      </p:sp>
      <p:cxnSp>
        <p:nvCxnSpPr>
          <p:cNvPr id="11" name="Footer rule">
            <a:extLst xmlns:a="http://schemas.openxmlformats.org/drawingml/2006/main">
              <a:ext uri="{FF2B5EF4-FFF2-40B4-BE49-F238E27FC236}">
                <a16:creationId xmlns:a16="http://schemas.microsoft.com/office/drawing/2014/main" id="{48F29B8C-297B-4807-A8C2-8EE5CDF4924C}"/>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5942843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F9DEFF-252C-410C-9603-B17E55B6EE32}"/>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PROJECT CONDUCT</a:t>
            </a:r>
          </a:p>
        </p:txBody>
      </p:sp>
      <p:sp>
        <p:nvSpPr>
          <p:cNvPr id="2" name="">
            <a:extLst xmlns:a="http://schemas.openxmlformats.org/drawingml/2006/main">
              <a:ext uri="{FF2B5EF4-FFF2-40B4-BE49-F238E27FC236}">
                <a16:creationId xmlns:a16="http://schemas.microsoft.com/office/drawing/2014/main" id="{1DA7A4E2-48E5-4F29-8400-7C821A5E796F}"/>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Team contribution and effort</a:t>
            </a:r>
          </a:p>
        </p:txBody>
      </p:sp>
      <p:sp>
        <p:nvSpPr>
          <p:cNvPr id="3" name="">
            <a:extLst xmlns:a="http://schemas.openxmlformats.org/drawingml/2006/main">
              <a:ext uri="{FF2B5EF4-FFF2-40B4-BE49-F238E27FC236}">
                <a16:creationId xmlns:a16="http://schemas.microsoft.com/office/drawing/2014/main" id="{6BCF6CB0-F318-4A96-A416-2C42893B330B}"/>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26358ABE-4274-4F4B-93B3-0394661EAAEF}"/>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450B8968-F366-4291-834B-D8229A4CA5AD}"/>
              </a:ext>
            </a:extLst>
          </p:cNvPr>
          <p:cNvGraphicFramePr/>
          <p:nvPr/>
        </p:nvGraphicFramePr>
        <p:xfrm>
          <a:off xmlns:a="http://schemas.openxmlformats.org/drawingml/2006/main" x="609600" y="1714500"/>
          <a:ext xmlns:a="http://schemas.openxmlformats.org/drawingml/2006/main" cx="10972800" cy="3524250"/>
        </p:xfrm>
        <a:graphic xmlns:a="http://schemas.openxmlformats.org/drawingml/2006/main">
          <a:graphicData uri="http://schemas.openxmlformats.org/drawingml/2006/table">
            <a:tbl>
              <a:tblPr/>
              <a:tblGrid>
                <a:gridCol w="2781300"/>
                <a:gridCol w="1638300"/>
                <a:gridCol w="1638300"/>
                <a:gridCol w="1638300"/>
                <a:gridCol w="1638300"/>
                <a:gridCol w="1638300"/>
              </a:tblGrid>
              <a:tr h="503464">
                <a:tc>
                  <a:txBody>
                    <a:bodyPr/>
                    <a:lstStyle/>
                    <a:p>
                      <a:r>
                        <a:rPr sz="1800" b="1">
                          <a:solidFill>
                            <a:srgbClr val="FFFFFF"/>
                          </a:solidFill>
                          <a:latin typeface="Arial"/>
                          <a:ea typeface="Arial"/>
                          <a:cs typeface="Arial"/>
                        </a:rPr>
                        <a:t>Member</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Sprint 1</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Sprint 2</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Sprint 3</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Sprint 4</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Total</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503464">
                <a:tc>
                  <a:txBody>
                    <a:bodyPr/>
                    <a:lstStyle/>
                    <a:p>
                      <a:r>
                        <a:rPr sz="1800" b="0">
                          <a:solidFill>
                            <a:srgbClr val="173042"/>
                          </a:solidFill>
                          <a:latin typeface="Arial"/>
                          <a:ea typeface="Arial"/>
                          <a:cs typeface="Arial"/>
                        </a:rPr>
                        <a:t>Lu Junyi</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32.6</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34</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55</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44</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165.6</a:t>
                      </a:r>
                    </a:p>
                  </a:txBody>
                  <a:tcPr marL="91440" marR="91440" marT="45720" marB="45720">
                    <a:lnR w="9525">
                      <a:solidFill>
                        <a:srgbClr val="B6C6CC"/>
                      </a:solidFill>
                      <a:prstDash val="solid"/>
                    </a:lnR>
                    <a:lnB w="9525">
                      <a:solidFill>
                        <a:srgbClr val="B6C6CC"/>
                      </a:solidFill>
                      <a:prstDash val="solid"/>
                    </a:lnB>
                    <a:solidFill>
                      <a:srgbClr val="FFFFFF"/>
                    </a:solidFill>
                  </a:tcPr>
                </a:tc>
              </a:tr>
              <a:tr h="503464">
                <a:tc>
                  <a:txBody>
                    <a:bodyPr/>
                    <a:lstStyle/>
                    <a:p>
                      <a:r>
                        <a:rPr sz="1800" b="0">
                          <a:solidFill>
                            <a:srgbClr val="173042"/>
                          </a:solidFill>
                          <a:latin typeface="Arial"/>
                          <a:ea typeface="Arial"/>
                          <a:cs typeface="Arial"/>
                        </a:rPr>
                        <a:t>Hu Jia</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21.6</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15</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32</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38</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106.6</a:t>
                      </a:r>
                    </a:p>
                  </a:txBody>
                  <a:tcPr marL="91440" marR="91440" marT="45720" marB="45720">
                    <a:lnR w="9525">
                      <a:solidFill>
                        <a:srgbClr val="B6C6CC"/>
                      </a:solidFill>
                      <a:prstDash val="solid"/>
                    </a:lnR>
                    <a:lnB w="9525">
                      <a:solidFill>
                        <a:srgbClr val="B6C6CC"/>
                      </a:solidFill>
                      <a:prstDash val="solid"/>
                    </a:lnB>
                    <a:solidFill>
                      <a:srgbClr val="EEF4F6"/>
                    </a:solidFill>
                  </a:tcPr>
                </a:tc>
              </a:tr>
              <a:tr h="503464">
                <a:tc>
                  <a:txBody>
                    <a:bodyPr/>
                    <a:lstStyle/>
                    <a:p>
                      <a:r>
                        <a:rPr sz="1800" b="0">
                          <a:solidFill>
                            <a:srgbClr val="173042"/>
                          </a:solidFill>
                          <a:latin typeface="Arial"/>
                          <a:ea typeface="Arial"/>
                          <a:cs typeface="Arial"/>
                        </a:rPr>
                        <a:t>Chai Muyang</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17.6</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15</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22</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27</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81.6</a:t>
                      </a:r>
                    </a:p>
                  </a:txBody>
                  <a:tcPr marL="91440" marR="91440" marT="45720" marB="45720">
                    <a:lnR w="9525">
                      <a:solidFill>
                        <a:srgbClr val="B6C6CC"/>
                      </a:solidFill>
                      <a:prstDash val="solid"/>
                    </a:lnR>
                    <a:lnB w="9525">
                      <a:solidFill>
                        <a:srgbClr val="B6C6CC"/>
                      </a:solidFill>
                      <a:prstDash val="solid"/>
                    </a:lnB>
                    <a:solidFill>
                      <a:srgbClr val="FFFFFF"/>
                    </a:solidFill>
                  </a:tcPr>
                </a:tc>
              </a:tr>
              <a:tr h="503464">
                <a:tc>
                  <a:txBody>
                    <a:bodyPr/>
                    <a:lstStyle/>
                    <a:p>
                      <a:r>
                        <a:rPr sz="1800" b="0">
                          <a:solidFill>
                            <a:srgbClr val="173042"/>
                          </a:solidFill>
                          <a:latin typeface="Arial"/>
                          <a:ea typeface="Arial"/>
                          <a:cs typeface="Arial"/>
                        </a:rPr>
                        <a:t>Huang Haoyang</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11.6</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14</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5</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24</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54.6</a:t>
                      </a:r>
                    </a:p>
                  </a:txBody>
                  <a:tcPr marL="91440" marR="91440" marT="45720" marB="45720">
                    <a:lnR w="9525">
                      <a:solidFill>
                        <a:srgbClr val="B6C6CC"/>
                      </a:solidFill>
                      <a:prstDash val="solid"/>
                    </a:lnR>
                    <a:lnB w="9525">
                      <a:solidFill>
                        <a:srgbClr val="B6C6CC"/>
                      </a:solidFill>
                      <a:prstDash val="solid"/>
                    </a:lnB>
                    <a:solidFill>
                      <a:srgbClr val="EEF4F6"/>
                    </a:solidFill>
                  </a:tcPr>
                </a:tc>
              </a:tr>
              <a:tr h="503464">
                <a:tc>
                  <a:txBody>
                    <a:bodyPr/>
                    <a:lstStyle/>
                    <a:p>
                      <a:r>
                        <a:rPr sz="1800" b="0">
                          <a:solidFill>
                            <a:srgbClr val="173042"/>
                          </a:solidFill>
                          <a:latin typeface="Arial"/>
                          <a:ea typeface="Arial"/>
                          <a:cs typeface="Arial"/>
                        </a:rPr>
                        <a:t>Luo Runzhou</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10.6</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16</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8</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33</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67.6</a:t>
                      </a:r>
                    </a:p>
                  </a:txBody>
                  <a:tcPr marL="91440" marR="91440" marT="45720" marB="45720">
                    <a:lnR w="9525">
                      <a:solidFill>
                        <a:srgbClr val="B6C6CC"/>
                      </a:solidFill>
                      <a:prstDash val="solid"/>
                    </a:lnR>
                    <a:lnB w="9525">
                      <a:solidFill>
                        <a:srgbClr val="B6C6CC"/>
                      </a:solidFill>
                      <a:prstDash val="solid"/>
                    </a:lnB>
                    <a:solidFill>
                      <a:srgbClr val="FFFFFF"/>
                    </a:solidFill>
                  </a:tcPr>
                </a:tc>
              </a:tr>
              <a:tr h="503464">
                <a:tc>
                  <a:txBody>
                    <a:bodyPr/>
                    <a:lstStyle/>
                    <a:p>
                      <a:r>
                        <a:rPr sz="1800" b="0">
                          <a:solidFill>
                            <a:srgbClr val="173042"/>
                          </a:solidFill>
                          <a:latin typeface="Arial"/>
                          <a:ea typeface="Arial"/>
                          <a:cs typeface="Arial"/>
                        </a:rPr>
                        <a:t>Total</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94</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94</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122</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166</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476</a:t>
                      </a:r>
                    </a:p>
                  </a:txBody>
                  <a:tcPr marL="91440" marR="91440" marT="45720" marB="45720">
                    <a:lnR w="9525">
                      <a:solidFill>
                        <a:srgbClr val="B6C6CC"/>
                      </a:solidFill>
                      <a:prstDash val="solid"/>
                    </a:lnR>
                    <a:lnB w="9525">
                      <a:solidFill>
                        <a:srgbClr val="B6C6CC"/>
                      </a:solidFill>
                      <a:prstDash val="solid"/>
                    </a:lnB>
                    <a:solidFill>
                      <a:srgbClr val="EEF4F6"/>
                    </a:solidFill>
                  </a:tcPr>
                </a:tc>
              </a:tr>
            </a:tbl>
          </a:graphicData>
        </a:graphic>
      </p:graphicFrame>
      <p:sp>
        <p:nvSpPr>
          <p:cNvPr id="6" name="">
            <a:extLst xmlns:a="http://schemas.openxmlformats.org/drawingml/2006/main">
              <a:ext uri="{FF2B5EF4-FFF2-40B4-BE49-F238E27FC236}">
                <a16:creationId xmlns:a16="http://schemas.microsoft.com/office/drawing/2014/main" id="{9D34F506-B22A-4362-AA97-7D5DA89737E4}"/>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681"/>
                </a:solidFill>
                <a:latin typeface="Arial"/>
                <a:ea typeface="Arial"/>
                <a:cs typeface="Arial"/>
              </a:defRPr>
            </a:defPPr>
            <a:lvl1pPr>
              <a:buNone/>
              <a:defRPr sz="1725" b="0">
                <a:solidFill>
                  <a:srgbClr val="607681"/>
                </a:solidFill>
                <a:latin typeface="Arial"/>
                <a:ea typeface="Arial"/>
                <a:cs typeface="Arial"/>
              </a:defRPr>
            </a:lvl1pPr>
            <a:lvl2pPr>
              <a:buNone/>
              <a:defRPr sz="1725" b="0">
                <a:solidFill>
                  <a:srgbClr val="607681"/>
                </a:solidFill>
                <a:latin typeface="Arial"/>
                <a:ea typeface="Arial"/>
                <a:cs typeface="Arial"/>
              </a:defRPr>
            </a:lvl2pPr>
            <a:lvl3pPr>
              <a:buNone/>
              <a:defRPr sz="1725" b="0">
                <a:solidFill>
                  <a:srgbClr val="607681"/>
                </a:solidFill>
                <a:latin typeface="Arial"/>
                <a:ea typeface="Arial"/>
                <a:cs typeface="Arial"/>
              </a:defRPr>
            </a:lvl3pPr>
            <a:lvl4pPr>
              <a:buNone/>
              <a:defRPr sz="1725" b="0">
                <a:solidFill>
                  <a:srgbClr val="607681"/>
                </a:solidFill>
                <a:latin typeface="Arial"/>
                <a:ea typeface="Arial"/>
                <a:cs typeface="Arial"/>
              </a:defRPr>
            </a:lvl4pPr>
            <a:lvl5pPr>
              <a:buNone/>
              <a:defRPr sz="1725" b="0">
                <a:solidFill>
                  <a:srgbClr val="607681"/>
                </a:solidFill>
                <a:latin typeface="Arial"/>
                <a:ea typeface="Arial"/>
                <a:cs typeface="Arial"/>
              </a:defRPr>
            </a:lvl5pPr>
            <a:lvl6pPr>
              <a:buNone/>
              <a:defRPr sz="1725" b="0">
                <a:solidFill>
                  <a:srgbClr val="607681"/>
                </a:solidFill>
                <a:latin typeface="Arial"/>
                <a:ea typeface="Arial"/>
                <a:cs typeface="Arial"/>
              </a:defRPr>
            </a:lvl6pPr>
            <a:lvl7pPr>
              <a:buNone/>
              <a:defRPr sz="1725" b="0">
                <a:solidFill>
                  <a:srgbClr val="607681"/>
                </a:solidFill>
                <a:latin typeface="Arial"/>
                <a:ea typeface="Arial"/>
                <a:cs typeface="Arial"/>
              </a:defRPr>
            </a:lvl7pPr>
            <a:lvl8pPr>
              <a:buNone/>
              <a:defRPr sz="1725" b="0">
                <a:solidFill>
                  <a:srgbClr val="607681"/>
                </a:solidFill>
                <a:latin typeface="Arial"/>
                <a:ea typeface="Arial"/>
                <a:cs typeface="Arial"/>
              </a:defRPr>
            </a:lvl8pPr>
            <a:lvl9pPr>
              <a:buNone/>
              <a:defRPr sz="1725" b="0">
                <a:solidFill>
                  <a:srgbClr val="607681"/>
                </a:solidFill>
                <a:latin typeface="Arial"/>
                <a:ea typeface="Arial"/>
                <a:cs typeface="Arial"/>
              </a:defRPr>
            </a:lvl9pPr>
          </a:lstStyle>
          <a:p xmlns:a="http://schemas.openxmlformats.org/drawingml/2006/main">
            <a:pPr>
              <a:buNone/>
              <a:defRPr sz="1725" b="0">
                <a:solidFill>
                  <a:srgbClr val="607681"/>
                </a:solidFill>
                <a:latin typeface="Arial"/>
                <a:ea typeface="Arial"/>
                <a:cs typeface="Arial"/>
              </a:defRPr>
            </a:pPr>
            <a:r>
              <a:rPr sz="1725" b="0">
                <a:solidFill>
                  <a:srgbClr val="607681"/>
                </a:solidFill>
                <a:latin typeface="Arial"/>
                <a:ea typeface="Arial"/>
                <a:cs typeface="Arial"/>
              </a:rPr>
              <a:t>Actual effort recorded across Sprints 1–4.</a:t>
            </a:r>
          </a:p>
          <a:p xmlns:a="http://schemas.openxmlformats.org/drawingml/2006/main">
            <a:pPr>
              <a:buNone/>
              <a:defRPr sz="1725" b="0">
                <a:solidFill>
                  <a:srgbClr val="607681"/>
                </a:solidFill>
                <a:latin typeface="Arial"/>
                <a:ea typeface="Arial"/>
                <a:cs typeface="Arial"/>
              </a:defRPr>
            </a:pPr>
            <a:r>
              <a:rPr sz="1725" b="0">
                <a:solidFill>
                  <a:srgbClr val="607681"/>
                </a:solidFill>
                <a:latin typeface="Arial"/>
                <a:ea typeface="Arial"/>
                <a:cs typeface="Arial"/>
              </a:rPr>
              <a:t>Total: 476 hours through Sprint 4.</a:t>
            </a:r>
          </a:p>
        </p:txBody>
      </p:sp>
      <p:cxnSp>
        <p:nvCxnSpPr>
          <p:cNvPr id="8" name="Footer rule">
            <a:extLst xmlns:a="http://schemas.openxmlformats.org/drawingml/2006/main">
              <a:ext uri="{FF2B5EF4-FFF2-40B4-BE49-F238E27FC236}">
                <a16:creationId xmlns:a16="http://schemas.microsoft.com/office/drawing/2014/main" id="{D66F1D45-F79D-4DF6-BE6A-A43BE3FCA505}"/>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8449329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2781B4-C402-48EF-B808-4A04F829F93E}"/>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PROJECT CONDUCT</a:t>
            </a:r>
          </a:p>
        </p:txBody>
      </p:sp>
      <p:sp>
        <p:nvSpPr>
          <p:cNvPr id="2" name="">
            <a:extLst xmlns:a="http://schemas.openxmlformats.org/drawingml/2006/main">
              <a:ext uri="{FF2B5EF4-FFF2-40B4-BE49-F238E27FC236}">
                <a16:creationId xmlns:a16="http://schemas.microsoft.com/office/drawing/2014/main" id="{6183D111-E8B3-43D2-B74A-B622AB214E50}"/>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Delivery status and sprint retrospective</a:t>
            </a:r>
          </a:p>
        </p:txBody>
      </p:sp>
      <p:sp>
        <p:nvSpPr>
          <p:cNvPr id="3" name="">
            <a:extLst xmlns:a="http://schemas.openxmlformats.org/drawingml/2006/main">
              <a:ext uri="{FF2B5EF4-FFF2-40B4-BE49-F238E27FC236}">
                <a16:creationId xmlns:a16="http://schemas.microsoft.com/office/drawing/2014/main" id="{CCAA487E-E428-4554-876F-282ACDD092E0}"/>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7CA665F0-80DA-4910-90AC-CE2DF40AE5C1}"/>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4FF5642-103E-4C03-B9CA-6D02D94C88B6}"/>
              </a:ext>
            </a:extLst>
          </p:cNvPr>
          <p:cNvSpPr>
            <a:spLocks xmlns:a="http://schemas.openxmlformats.org/drawingml/2006/main" noGrp="1"/>
          </p:cNvSpPr>
          <p:nvPr/>
        </p:nvSpPr>
        <p:spPr>
          <a:xfrm xmlns:a="http://schemas.openxmlformats.org/drawingml/2006/main">
            <a:off x="609600" y="1762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Delivered</a:t>
            </a:r>
          </a:p>
        </p:txBody>
      </p:sp>
      <p:sp>
        <p:nvSpPr>
          <p:cNvPr id="6" name="">
            <a:extLst xmlns:a="http://schemas.openxmlformats.org/drawingml/2006/main">
              <a:ext uri="{FF2B5EF4-FFF2-40B4-BE49-F238E27FC236}">
                <a16:creationId xmlns:a16="http://schemas.microsoft.com/office/drawing/2014/main" id="{D5C73300-7941-44B6-8BBC-3F45C8E345B9}"/>
              </a:ext>
            </a:extLst>
          </p:cNvPr>
          <p:cNvSpPr>
            <a:spLocks xmlns:a="http://schemas.openxmlformats.org/drawingml/2006/main" noGrp="1"/>
          </p:cNvSpPr>
          <p:nvPr/>
        </p:nvSpPr>
        <p:spPr>
          <a:xfrm xmlns:a="http://schemas.openxmlformats.org/drawingml/2006/main">
            <a:off x="3762375" y="1762125"/>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Free booking, ticket issuance, staff check-in,</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cancellation and in-app notifications.</a:t>
            </a:r>
          </a:p>
        </p:txBody>
      </p:sp>
      <p:sp>
        <p:nvSpPr>
          <p:cNvPr id="7" name="">
            <a:extLst xmlns:a="http://schemas.openxmlformats.org/drawingml/2006/main">
              <a:ext uri="{FF2B5EF4-FFF2-40B4-BE49-F238E27FC236}">
                <a16:creationId xmlns:a16="http://schemas.microsoft.com/office/drawing/2014/main" id="{66A6E362-2C53-40A4-8032-1F20F5D2DBE2}"/>
              </a:ext>
            </a:extLst>
          </p:cNvPr>
          <p:cNvSpPr>
            <a:spLocks xmlns:a="http://schemas.openxmlformats.org/drawingml/2006/main" noGrp="1"/>
          </p:cNvSpPr>
          <p:nvPr/>
        </p:nvSpPr>
        <p:spPr>
          <a:xfrm xmlns:a="http://schemas.openxmlformats.org/drawingml/2006/main">
            <a:off x="609600" y="30003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Outstanding</a:t>
            </a:r>
          </a:p>
        </p:txBody>
      </p:sp>
      <p:sp>
        <p:nvSpPr>
          <p:cNvPr id="8" name="">
            <a:extLst xmlns:a="http://schemas.openxmlformats.org/drawingml/2006/main">
              <a:ext uri="{FF2B5EF4-FFF2-40B4-BE49-F238E27FC236}">
                <a16:creationId xmlns:a16="http://schemas.microsoft.com/office/drawing/2014/main" id="{DD056FC9-D0FC-4378-B22B-8FDCEC000054}"/>
              </a:ext>
            </a:extLst>
          </p:cNvPr>
          <p:cNvSpPr>
            <a:spLocks xmlns:a="http://schemas.openxmlformats.org/drawingml/2006/main" noGrp="1"/>
          </p:cNvSpPr>
          <p:nvPr/>
        </p:nvSpPr>
        <p:spPr>
          <a:xfrm xmlns:a="http://schemas.openxmlformats.org/drawingml/2006/main">
            <a:off x="3762375" y="3000375"/>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Paid checkout deferred. 1000-VU mixed latency failed.</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Check-in and reporting retain cross-table JDBC.</a:t>
            </a:r>
          </a:p>
        </p:txBody>
      </p:sp>
      <p:sp>
        <p:nvSpPr>
          <p:cNvPr id="9" name="">
            <a:extLst xmlns:a="http://schemas.openxmlformats.org/drawingml/2006/main">
              <a:ext uri="{FF2B5EF4-FFF2-40B4-BE49-F238E27FC236}">
                <a16:creationId xmlns:a16="http://schemas.microsoft.com/office/drawing/2014/main" id="{0D36DE0C-5F02-40C8-834F-09D1E9272C6D}"/>
              </a:ext>
            </a:extLst>
          </p:cNvPr>
          <p:cNvSpPr>
            <a:spLocks xmlns:a="http://schemas.openxmlformats.org/drawingml/2006/main" noGrp="1"/>
          </p:cNvSpPr>
          <p:nvPr/>
        </p:nvSpPr>
        <p:spPr>
          <a:xfrm xmlns:a="http://schemas.openxmlformats.org/drawingml/2006/main">
            <a:off x="609600" y="4333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Retrospective</a:t>
            </a:r>
          </a:p>
        </p:txBody>
      </p:sp>
      <p:sp>
        <p:nvSpPr>
          <p:cNvPr id="10" name="">
            <a:extLst xmlns:a="http://schemas.openxmlformats.org/drawingml/2006/main">
              <a:ext uri="{FF2B5EF4-FFF2-40B4-BE49-F238E27FC236}">
                <a16:creationId xmlns:a16="http://schemas.microsoft.com/office/drawing/2014/main" id="{9F8AA823-F6B4-46BF-B2B9-B7B3623970B1}"/>
              </a:ext>
            </a:extLst>
          </p:cNvPr>
          <p:cNvSpPr>
            <a:spLocks xmlns:a="http://schemas.openxmlformats.org/drawingml/2006/main" noGrp="1"/>
          </p:cNvSpPr>
          <p:nvPr/>
        </p:nvSpPr>
        <p:spPr>
          <a:xfrm xmlns:a="http://schemas.openxmlformats.org/drawingml/2006/main">
            <a:off x="3762375" y="4333875"/>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Authorization and state changes need joint tests.</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500 VU success does not establish 1000 VU capacity.</a:t>
            </a:r>
          </a:p>
        </p:txBody>
      </p:sp>
      <p:sp>
        <p:nvSpPr>
          <p:cNvPr id="11" name="">
            <a:extLst xmlns:a="http://schemas.openxmlformats.org/drawingml/2006/main">
              <a:ext uri="{FF2B5EF4-FFF2-40B4-BE49-F238E27FC236}">
                <a16:creationId xmlns:a16="http://schemas.microsoft.com/office/drawing/2014/main" id="{DF9614FC-73E1-479F-A8C3-3E693714744E}"/>
              </a:ext>
            </a:extLst>
          </p:cNvPr>
          <p:cNvSpPr>
            <a:spLocks xmlns:a="http://schemas.openxmlformats.org/drawingml/2006/main" noGrp="1"/>
          </p:cNvSpPr>
          <p:nvPr/>
        </p:nvSpPr>
        <p:spPr>
          <a:xfrm xmlns:a="http://schemas.openxmlformats.org/drawingml/2006/main">
            <a:off x="609600" y="5857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Next sprint: freeze optional scope, reserve integration and deployment time,</a:t>
            </a:r>
          </a:p>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and save browser acceptance evidence as tasks finish.</a:t>
            </a:r>
          </a:p>
        </p:txBody>
      </p:sp>
      <p:cxnSp>
        <p:nvCxnSpPr>
          <p:cNvPr id="13" name="Footer rule">
            <a:extLst xmlns:a="http://schemas.openxmlformats.org/drawingml/2006/main">
              <a:ext uri="{FF2B5EF4-FFF2-40B4-BE49-F238E27FC236}">
                <a16:creationId xmlns:a16="http://schemas.microsoft.com/office/drawing/2014/main" id="{17C8C9B6-B52D-435D-940E-0EADE2265F9C}"/>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3493227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652B188-5626-4019-A9BA-05ADA52D5BAD}"/>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610123E2-3C0C-48E8-A310-D0F04C2C66CC}"/>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Logical architecture</a:t>
            </a:r>
          </a:p>
        </p:txBody>
      </p:sp>
      <p:sp>
        <p:nvSpPr>
          <p:cNvPr id="3" name="">
            <a:extLst xmlns:a="http://schemas.openxmlformats.org/drawingml/2006/main">
              <a:ext uri="{FF2B5EF4-FFF2-40B4-BE49-F238E27FC236}">
                <a16:creationId xmlns:a16="http://schemas.microsoft.com/office/drawing/2014/main" id="{3DE36C7E-8001-4954-AC59-D1D495DDD798}"/>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C599DA52-D208-4276-A78F-3B27862CB57B}"/>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0B65C8B1-4BA0-4363-8179-159D893C0F5C}"/>
              </a:ext>
            </a:extLst>
          </p:cNvPr>
          <p:cNvSpPr>
            <a:spLocks xmlns:a="http://schemas.openxmlformats.org/drawingml/2006/main" noGrp="1"/>
          </p:cNvSpPr>
          <p:nvPr/>
        </p:nvSpPr>
        <p:spPr>
          <a:xfrm xmlns:a="http://schemas.openxmlformats.org/drawingml/2006/main">
            <a:off x="609600" y="1619250"/>
            <a:ext cx="10972800" cy="3619500"/>
          </a:xfrm>
          <a:prstGeom xmlns:a="http://schemas.openxmlformats.org/drawingml/2006/main" prst="rect">
            <a:avLst/>
          </a:prstGeom>
          <a:noFill xmlns:a="http://schemas.openxmlformats.org/drawingml/2006/main"/>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CF61360F-2CF6-469B-A126-DD26AD34936A}"/>
              </a:ext>
            </a:extLst>
          </p:cNvPr>
          <p:cNvSpPr>
            <a:spLocks xmlns:a="http://schemas.openxmlformats.org/drawingml/2006/main" noGrp="1"/>
          </p:cNvSpPr>
          <p:nvPr/>
        </p:nvSpPr>
        <p:spPr>
          <a:xfrm xmlns:a="http://schemas.openxmlformats.org/drawingml/2006/main">
            <a:off x="781050" y="17335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3042"/>
                </a:solidFill>
                <a:latin typeface="Arial"/>
                <a:ea typeface="Arial"/>
                <a:cs typeface="Arial"/>
              </a:defRPr>
            </a:defPPr>
            <a:lvl1pPr algn="l">
              <a:buNone/>
              <a:defRPr sz="1875" b="1">
                <a:solidFill>
                  <a:srgbClr val="173042"/>
                </a:solidFill>
                <a:latin typeface="Arial"/>
                <a:ea typeface="Arial"/>
                <a:cs typeface="Arial"/>
              </a:defRPr>
            </a:lvl1pPr>
            <a:lvl2pPr algn="l">
              <a:buNone/>
              <a:defRPr sz="1875" b="1">
                <a:solidFill>
                  <a:srgbClr val="173042"/>
                </a:solidFill>
                <a:latin typeface="Arial"/>
                <a:ea typeface="Arial"/>
                <a:cs typeface="Arial"/>
              </a:defRPr>
            </a:lvl2pPr>
            <a:lvl3pPr algn="l">
              <a:buNone/>
              <a:defRPr sz="1875" b="1">
                <a:solidFill>
                  <a:srgbClr val="173042"/>
                </a:solidFill>
                <a:latin typeface="Arial"/>
                <a:ea typeface="Arial"/>
                <a:cs typeface="Arial"/>
              </a:defRPr>
            </a:lvl3pPr>
            <a:lvl4pPr algn="l">
              <a:buNone/>
              <a:defRPr sz="1875" b="1">
                <a:solidFill>
                  <a:srgbClr val="173042"/>
                </a:solidFill>
                <a:latin typeface="Arial"/>
                <a:ea typeface="Arial"/>
                <a:cs typeface="Arial"/>
              </a:defRPr>
            </a:lvl4pPr>
            <a:lvl5pPr algn="l">
              <a:buNone/>
              <a:defRPr sz="1875" b="1">
                <a:solidFill>
                  <a:srgbClr val="173042"/>
                </a:solidFill>
                <a:latin typeface="Arial"/>
                <a:ea typeface="Arial"/>
                <a:cs typeface="Arial"/>
              </a:defRPr>
            </a:lvl5pPr>
            <a:lvl6pPr algn="l">
              <a:buNone/>
              <a:defRPr sz="1875" b="1">
                <a:solidFill>
                  <a:srgbClr val="173042"/>
                </a:solidFill>
                <a:latin typeface="Arial"/>
                <a:ea typeface="Arial"/>
                <a:cs typeface="Arial"/>
              </a:defRPr>
            </a:lvl6pPr>
            <a:lvl7pPr algn="l">
              <a:buNone/>
              <a:defRPr sz="1875" b="1">
                <a:solidFill>
                  <a:srgbClr val="173042"/>
                </a:solidFill>
                <a:latin typeface="Arial"/>
                <a:ea typeface="Arial"/>
                <a:cs typeface="Arial"/>
              </a:defRPr>
            </a:lvl7pPr>
            <a:lvl8pPr algn="l">
              <a:buNone/>
              <a:defRPr sz="1875" b="1">
                <a:solidFill>
                  <a:srgbClr val="173042"/>
                </a:solidFill>
                <a:latin typeface="Arial"/>
                <a:ea typeface="Arial"/>
                <a:cs typeface="Arial"/>
              </a:defRPr>
            </a:lvl8pPr>
            <a:lvl9pPr algn="l">
              <a:buNone/>
              <a:defRPr sz="1875" b="1">
                <a:solidFill>
                  <a:srgbClr val="173042"/>
                </a:solidFill>
                <a:latin typeface="Arial"/>
                <a:ea typeface="Arial"/>
                <a:cs typeface="Arial"/>
              </a:defRPr>
            </a:lvl9pPr>
          </a:lstStyle>
          <a:p xmlns:a="http://schemas.openxmlformats.org/drawingml/2006/main">
            <a:pPr algn="l">
              <a:buNone/>
              <a:defRPr sz="1875" b="1">
                <a:solidFill>
                  <a:srgbClr val="173042"/>
                </a:solidFill>
                <a:latin typeface="Arial"/>
                <a:ea typeface="Arial"/>
                <a:cs typeface="Arial"/>
              </a:defRPr>
            </a:pPr>
            <a:r>
              <a:rPr sz="1875" b="1">
                <a:solidFill>
                  <a:srgbClr val="173042"/>
                </a:solidFill>
                <a:latin typeface="Arial"/>
                <a:ea typeface="Arial"/>
                <a:cs typeface="Arial"/>
              </a:rPr>
              <a:t>«component»  SEMS backend: one Spring Boot application</a:t>
            </a:r>
          </a:p>
        </p:txBody>
      </p:sp>
      <p:sp>
        <p:nvSpPr>
          <p:cNvPr id="7" name="">
            <a:extLst xmlns:a="http://schemas.openxmlformats.org/drawingml/2006/main">
              <a:ext uri="{FF2B5EF4-FFF2-40B4-BE49-F238E27FC236}">
                <a16:creationId xmlns:a16="http://schemas.microsoft.com/office/drawing/2014/main" id="{46906F53-6EF3-408F-896F-3E3C9E7D6D3F}"/>
              </a:ext>
            </a:extLst>
          </p:cNvPr>
          <p:cNvSpPr>
            <a:spLocks xmlns:a="http://schemas.openxmlformats.org/drawingml/2006/main" noGrp="1"/>
          </p:cNvSpPr>
          <p:nvPr/>
        </p:nvSpPr>
        <p:spPr>
          <a:xfrm xmlns:a="http://schemas.openxmlformats.org/drawingml/2006/main">
            <a:off x="857250" y="247650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8" name="">
            <a:extLst xmlns:a="http://schemas.openxmlformats.org/drawingml/2006/main">
              <a:ext uri="{FF2B5EF4-FFF2-40B4-BE49-F238E27FC236}">
                <a16:creationId xmlns:a16="http://schemas.microsoft.com/office/drawing/2014/main" id="{B96201D9-75E2-4B20-8F62-44958625EC99}"/>
              </a:ext>
            </a:extLst>
          </p:cNvPr>
          <p:cNvSpPr>
            <a:spLocks xmlns:a="http://schemas.openxmlformats.org/drawingml/2006/main" noGrp="1"/>
          </p:cNvSpPr>
          <p:nvPr/>
        </p:nvSpPr>
        <p:spPr>
          <a:xfrm xmlns:a="http://schemas.openxmlformats.org/drawingml/2006/main">
            <a:off x="952500" y="255270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9" name="">
            <a:extLst xmlns:a="http://schemas.openxmlformats.org/drawingml/2006/main">
              <a:ext uri="{FF2B5EF4-FFF2-40B4-BE49-F238E27FC236}">
                <a16:creationId xmlns:a16="http://schemas.microsoft.com/office/drawing/2014/main" id="{A23EB254-A8DF-4D0C-BAB4-1FCD9F844C28}"/>
              </a:ext>
            </a:extLst>
          </p:cNvPr>
          <p:cNvSpPr>
            <a:spLocks xmlns:a="http://schemas.openxmlformats.org/drawingml/2006/main" noGrp="1"/>
          </p:cNvSpPr>
          <p:nvPr/>
        </p:nvSpPr>
        <p:spPr>
          <a:xfrm xmlns:a="http://schemas.openxmlformats.org/drawingml/2006/main">
            <a:off x="952500" y="27908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booking</a:t>
            </a:r>
          </a:p>
        </p:txBody>
      </p:sp>
      <p:sp>
        <p:nvSpPr>
          <p:cNvPr id="10" name="">
            <a:extLst xmlns:a="http://schemas.openxmlformats.org/drawingml/2006/main">
              <a:ext uri="{FF2B5EF4-FFF2-40B4-BE49-F238E27FC236}">
                <a16:creationId xmlns:a16="http://schemas.microsoft.com/office/drawing/2014/main" id="{A0C46322-9440-4860-BD97-3CAE5253CC82}"/>
              </a:ext>
            </a:extLst>
          </p:cNvPr>
          <p:cNvSpPr>
            <a:spLocks xmlns:a="http://schemas.openxmlformats.org/drawingml/2006/main" noGrp="1"/>
          </p:cNvSpPr>
          <p:nvPr/>
        </p:nvSpPr>
        <p:spPr>
          <a:xfrm xmlns:a="http://schemas.openxmlformats.org/drawingml/2006/main">
            <a:off x="3619500" y="247650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1" name="">
            <a:extLst xmlns:a="http://schemas.openxmlformats.org/drawingml/2006/main">
              <a:ext uri="{FF2B5EF4-FFF2-40B4-BE49-F238E27FC236}">
                <a16:creationId xmlns:a16="http://schemas.microsoft.com/office/drawing/2014/main" id="{FF1039B2-7502-42EC-9C89-508714AEE208}"/>
              </a:ext>
            </a:extLst>
          </p:cNvPr>
          <p:cNvSpPr>
            <a:spLocks xmlns:a="http://schemas.openxmlformats.org/drawingml/2006/main" noGrp="1"/>
          </p:cNvSpPr>
          <p:nvPr/>
        </p:nvSpPr>
        <p:spPr>
          <a:xfrm xmlns:a="http://schemas.openxmlformats.org/drawingml/2006/main">
            <a:off x="3714750" y="255270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12" name="">
            <a:extLst xmlns:a="http://schemas.openxmlformats.org/drawingml/2006/main">
              <a:ext uri="{FF2B5EF4-FFF2-40B4-BE49-F238E27FC236}">
                <a16:creationId xmlns:a16="http://schemas.microsoft.com/office/drawing/2014/main" id="{43D239F1-2810-49C0-A77F-BC46FD5D2B10}"/>
              </a:ext>
            </a:extLst>
          </p:cNvPr>
          <p:cNvSpPr>
            <a:spLocks xmlns:a="http://schemas.openxmlformats.org/drawingml/2006/main" noGrp="1"/>
          </p:cNvSpPr>
          <p:nvPr/>
        </p:nvSpPr>
        <p:spPr>
          <a:xfrm xmlns:a="http://schemas.openxmlformats.org/drawingml/2006/main">
            <a:off x="3714750" y="27908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event</a:t>
            </a:r>
          </a:p>
        </p:txBody>
      </p:sp>
      <p:sp>
        <p:nvSpPr>
          <p:cNvPr id="13" name="">
            <a:extLst xmlns:a="http://schemas.openxmlformats.org/drawingml/2006/main">
              <a:ext uri="{FF2B5EF4-FFF2-40B4-BE49-F238E27FC236}">
                <a16:creationId xmlns:a16="http://schemas.microsoft.com/office/drawing/2014/main" id="{DE6C8AE7-8329-4407-8768-F0A07A723830}"/>
              </a:ext>
            </a:extLst>
          </p:cNvPr>
          <p:cNvSpPr>
            <a:spLocks xmlns:a="http://schemas.openxmlformats.org/drawingml/2006/main" noGrp="1"/>
          </p:cNvSpPr>
          <p:nvPr/>
        </p:nvSpPr>
        <p:spPr>
          <a:xfrm xmlns:a="http://schemas.openxmlformats.org/drawingml/2006/main">
            <a:off x="6381750" y="247650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4" name="">
            <a:extLst xmlns:a="http://schemas.openxmlformats.org/drawingml/2006/main">
              <a:ext uri="{FF2B5EF4-FFF2-40B4-BE49-F238E27FC236}">
                <a16:creationId xmlns:a16="http://schemas.microsoft.com/office/drawing/2014/main" id="{10E6CC8E-930E-4203-89B1-E08EAB13CFD3}"/>
              </a:ext>
            </a:extLst>
          </p:cNvPr>
          <p:cNvSpPr>
            <a:spLocks xmlns:a="http://schemas.openxmlformats.org/drawingml/2006/main" noGrp="1"/>
          </p:cNvSpPr>
          <p:nvPr/>
        </p:nvSpPr>
        <p:spPr>
          <a:xfrm xmlns:a="http://schemas.openxmlformats.org/drawingml/2006/main">
            <a:off x="6477000" y="255270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15" name="">
            <a:extLst xmlns:a="http://schemas.openxmlformats.org/drawingml/2006/main">
              <a:ext uri="{FF2B5EF4-FFF2-40B4-BE49-F238E27FC236}">
                <a16:creationId xmlns:a16="http://schemas.microsoft.com/office/drawing/2014/main" id="{0F1D1D13-456C-4825-8A27-F4BB8A528E91}"/>
              </a:ext>
            </a:extLst>
          </p:cNvPr>
          <p:cNvSpPr>
            <a:spLocks xmlns:a="http://schemas.openxmlformats.org/drawingml/2006/main" noGrp="1"/>
          </p:cNvSpPr>
          <p:nvPr/>
        </p:nvSpPr>
        <p:spPr>
          <a:xfrm xmlns:a="http://schemas.openxmlformats.org/drawingml/2006/main">
            <a:off x="6477000" y="27908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ticketing</a:t>
            </a:r>
          </a:p>
        </p:txBody>
      </p:sp>
      <p:sp>
        <p:nvSpPr>
          <p:cNvPr id="16" name="">
            <a:extLst xmlns:a="http://schemas.openxmlformats.org/drawingml/2006/main">
              <a:ext uri="{FF2B5EF4-FFF2-40B4-BE49-F238E27FC236}">
                <a16:creationId xmlns:a16="http://schemas.microsoft.com/office/drawing/2014/main" id="{A9AC23BE-3D09-4E0D-BCE8-D72862F7C3E6}"/>
              </a:ext>
            </a:extLst>
          </p:cNvPr>
          <p:cNvSpPr>
            <a:spLocks xmlns:a="http://schemas.openxmlformats.org/drawingml/2006/main" noGrp="1"/>
          </p:cNvSpPr>
          <p:nvPr/>
        </p:nvSpPr>
        <p:spPr>
          <a:xfrm xmlns:a="http://schemas.openxmlformats.org/drawingml/2006/main">
            <a:off x="9144000" y="247650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7" name="">
            <a:extLst xmlns:a="http://schemas.openxmlformats.org/drawingml/2006/main">
              <a:ext uri="{FF2B5EF4-FFF2-40B4-BE49-F238E27FC236}">
                <a16:creationId xmlns:a16="http://schemas.microsoft.com/office/drawing/2014/main" id="{D7A6BB92-7296-41BE-9F8F-82509EAE0D3E}"/>
              </a:ext>
            </a:extLst>
          </p:cNvPr>
          <p:cNvSpPr>
            <a:spLocks xmlns:a="http://schemas.openxmlformats.org/drawingml/2006/main" noGrp="1"/>
          </p:cNvSpPr>
          <p:nvPr/>
        </p:nvSpPr>
        <p:spPr>
          <a:xfrm xmlns:a="http://schemas.openxmlformats.org/drawingml/2006/main">
            <a:off x="9239250" y="255270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18" name="">
            <a:extLst xmlns:a="http://schemas.openxmlformats.org/drawingml/2006/main">
              <a:ext uri="{FF2B5EF4-FFF2-40B4-BE49-F238E27FC236}">
                <a16:creationId xmlns:a16="http://schemas.microsoft.com/office/drawing/2014/main" id="{2DA9F23A-3714-4161-9542-ABCA612DC0BE}"/>
              </a:ext>
            </a:extLst>
          </p:cNvPr>
          <p:cNvSpPr>
            <a:spLocks xmlns:a="http://schemas.openxmlformats.org/drawingml/2006/main" noGrp="1"/>
          </p:cNvSpPr>
          <p:nvPr/>
        </p:nvSpPr>
        <p:spPr>
          <a:xfrm xmlns:a="http://schemas.openxmlformats.org/drawingml/2006/main">
            <a:off x="9239250" y="27908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notification</a:t>
            </a:r>
          </a:p>
        </p:txBody>
      </p:sp>
      <p:sp>
        <p:nvSpPr>
          <p:cNvPr id="19" name="">
            <a:extLst xmlns:a="http://schemas.openxmlformats.org/drawingml/2006/main">
              <a:ext uri="{FF2B5EF4-FFF2-40B4-BE49-F238E27FC236}">
                <a16:creationId xmlns:a16="http://schemas.microsoft.com/office/drawing/2014/main" id="{72CEB658-EC76-4991-BD0F-16B8B88C8D75}"/>
              </a:ext>
            </a:extLst>
          </p:cNvPr>
          <p:cNvSpPr>
            <a:spLocks xmlns:a="http://schemas.openxmlformats.org/drawingml/2006/main" noGrp="1"/>
          </p:cNvSpPr>
          <p:nvPr/>
        </p:nvSpPr>
        <p:spPr>
          <a:xfrm xmlns:a="http://schemas.openxmlformats.org/drawingml/2006/main">
            <a:off x="857250" y="428625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0" name="">
            <a:extLst xmlns:a="http://schemas.openxmlformats.org/drawingml/2006/main">
              <a:ext uri="{FF2B5EF4-FFF2-40B4-BE49-F238E27FC236}">
                <a16:creationId xmlns:a16="http://schemas.microsoft.com/office/drawing/2014/main" id="{215907AF-DF1B-4DF0-BE89-E95DBC181299}"/>
              </a:ext>
            </a:extLst>
          </p:cNvPr>
          <p:cNvSpPr>
            <a:spLocks xmlns:a="http://schemas.openxmlformats.org/drawingml/2006/main" noGrp="1"/>
          </p:cNvSpPr>
          <p:nvPr/>
        </p:nvSpPr>
        <p:spPr>
          <a:xfrm xmlns:a="http://schemas.openxmlformats.org/drawingml/2006/main">
            <a:off x="952500" y="436245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21" name="">
            <a:extLst xmlns:a="http://schemas.openxmlformats.org/drawingml/2006/main">
              <a:ext uri="{FF2B5EF4-FFF2-40B4-BE49-F238E27FC236}">
                <a16:creationId xmlns:a16="http://schemas.microsoft.com/office/drawing/2014/main" id="{8CB8194C-6CFE-44AF-BD76-EDF2737074BF}"/>
              </a:ext>
            </a:extLst>
          </p:cNvPr>
          <p:cNvSpPr>
            <a:spLocks xmlns:a="http://schemas.openxmlformats.org/drawingml/2006/main" noGrp="1"/>
          </p:cNvSpPr>
          <p:nvPr/>
        </p:nvSpPr>
        <p:spPr>
          <a:xfrm xmlns:a="http://schemas.openxmlformats.org/drawingml/2006/main">
            <a:off x="952500" y="460057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identity</a:t>
            </a:r>
          </a:p>
        </p:txBody>
      </p:sp>
      <p:sp>
        <p:nvSpPr>
          <p:cNvPr id="22" name="">
            <a:extLst xmlns:a="http://schemas.openxmlformats.org/drawingml/2006/main">
              <a:ext uri="{FF2B5EF4-FFF2-40B4-BE49-F238E27FC236}">
                <a16:creationId xmlns:a16="http://schemas.microsoft.com/office/drawing/2014/main" id="{078812FF-3E86-4593-A982-0E099C585795}"/>
              </a:ext>
            </a:extLst>
          </p:cNvPr>
          <p:cNvSpPr>
            <a:spLocks xmlns:a="http://schemas.openxmlformats.org/drawingml/2006/main" noGrp="1"/>
          </p:cNvSpPr>
          <p:nvPr/>
        </p:nvSpPr>
        <p:spPr>
          <a:xfrm xmlns:a="http://schemas.openxmlformats.org/drawingml/2006/main">
            <a:off x="4762500" y="428625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3" name="">
            <a:extLst xmlns:a="http://schemas.openxmlformats.org/drawingml/2006/main">
              <a:ext uri="{FF2B5EF4-FFF2-40B4-BE49-F238E27FC236}">
                <a16:creationId xmlns:a16="http://schemas.microsoft.com/office/drawing/2014/main" id="{26574CC0-532C-4E83-92BB-021C852DF5FF}"/>
              </a:ext>
            </a:extLst>
          </p:cNvPr>
          <p:cNvSpPr>
            <a:spLocks xmlns:a="http://schemas.openxmlformats.org/drawingml/2006/main" noGrp="1"/>
          </p:cNvSpPr>
          <p:nvPr/>
        </p:nvSpPr>
        <p:spPr>
          <a:xfrm xmlns:a="http://schemas.openxmlformats.org/drawingml/2006/main">
            <a:off x="4857750" y="436245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24" name="">
            <a:extLst xmlns:a="http://schemas.openxmlformats.org/drawingml/2006/main">
              <a:ext uri="{FF2B5EF4-FFF2-40B4-BE49-F238E27FC236}">
                <a16:creationId xmlns:a16="http://schemas.microsoft.com/office/drawing/2014/main" id="{D8288ABF-46D0-4D4B-88F6-BA16995CA636}"/>
              </a:ext>
            </a:extLst>
          </p:cNvPr>
          <p:cNvSpPr>
            <a:spLocks xmlns:a="http://schemas.openxmlformats.org/drawingml/2006/main" noGrp="1"/>
          </p:cNvSpPr>
          <p:nvPr/>
        </p:nvSpPr>
        <p:spPr>
          <a:xfrm xmlns:a="http://schemas.openxmlformats.org/drawingml/2006/main">
            <a:off x="4857750" y="460057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checkin</a:t>
            </a:r>
          </a:p>
        </p:txBody>
      </p:sp>
      <p:sp>
        <p:nvSpPr>
          <p:cNvPr id="25" name="">
            <a:extLst xmlns:a="http://schemas.openxmlformats.org/drawingml/2006/main">
              <a:ext uri="{FF2B5EF4-FFF2-40B4-BE49-F238E27FC236}">
                <a16:creationId xmlns:a16="http://schemas.microsoft.com/office/drawing/2014/main" id="{187D0463-F6DF-412E-A620-BB7C2358197B}"/>
              </a:ext>
            </a:extLst>
          </p:cNvPr>
          <p:cNvSpPr>
            <a:spLocks xmlns:a="http://schemas.openxmlformats.org/drawingml/2006/main" noGrp="1"/>
          </p:cNvSpPr>
          <p:nvPr/>
        </p:nvSpPr>
        <p:spPr>
          <a:xfrm xmlns:a="http://schemas.openxmlformats.org/drawingml/2006/main">
            <a:off x="9144000" y="4286250"/>
            <a:ext cx="2190750" cy="714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6" name="">
            <a:extLst xmlns:a="http://schemas.openxmlformats.org/drawingml/2006/main">
              <a:ext uri="{FF2B5EF4-FFF2-40B4-BE49-F238E27FC236}">
                <a16:creationId xmlns:a16="http://schemas.microsoft.com/office/drawing/2014/main" id="{1E0C9561-5D2F-40FA-8929-063D2A5F0F5C}"/>
              </a:ext>
            </a:extLst>
          </p:cNvPr>
          <p:cNvSpPr>
            <a:spLocks xmlns:a="http://schemas.openxmlformats.org/drawingml/2006/main" noGrp="1"/>
          </p:cNvSpPr>
          <p:nvPr/>
        </p:nvSpPr>
        <p:spPr>
          <a:xfrm xmlns:a="http://schemas.openxmlformats.org/drawingml/2006/main">
            <a:off x="9239250" y="4362450"/>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«component»</a:t>
            </a:r>
          </a:p>
        </p:txBody>
      </p:sp>
      <p:sp>
        <p:nvSpPr>
          <p:cNvPr id="27" name="">
            <a:extLst xmlns:a="http://schemas.openxmlformats.org/drawingml/2006/main">
              <a:ext uri="{FF2B5EF4-FFF2-40B4-BE49-F238E27FC236}">
                <a16:creationId xmlns:a16="http://schemas.microsoft.com/office/drawing/2014/main" id="{19F3417E-859B-4871-9617-9F371BA7A989}"/>
              </a:ext>
            </a:extLst>
          </p:cNvPr>
          <p:cNvSpPr>
            <a:spLocks xmlns:a="http://schemas.openxmlformats.org/drawingml/2006/main" noGrp="1"/>
          </p:cNvSpPr>
          <p:nvPr/>
        </p:nvSpPr>
        <p:spPr>
          <a:xfrm xmlns:a="http://schemas.openxmlformats.org/drawingml/2006/main">
            <a:off x="9239250" y="460057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reporting</a:t>
            </a:r>
          </a:p>
        </p:txBody>
      </p:sp>
      <p:cxnSp>
        <p:nvCxnSpPr>
          <p:cNvPr id="28" name="">
            <a:extLst xmlns:a="http://schemas.openxmlformats.org/drawingml/2006/main">
              <a:ext uri="{FF2B5EF4-FFF2-40B4-BE49-F238E27FC236}">
                <a16:creationId xmlns:a16="http://schemas.microsoft.com/office/drawing/2014/main" id="{D5C48286-8127-4CC1-AA4F-1E4E3C18012E}"/>
              </a:ext>
            </a:extLst>
          </p:cNvPr>
          <p:cNvCxnSpPr/>
          <p:nvPr/>
        </p:nvCxnSpPr>
        <p:spPr>
          <a:xfrm xmlns:a="http://schemas.openxmlformats.org/drawingml/2006/main" flipH="0" flipV="0">
            <a:off x="3048000" y="2828925"/>
            <a:ext cx="571500"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cxnSp>
        <p:nvCxnSpPr>
          <p:cNvPr id="29" name="">
            <a:extLst xmlns:a="http://schemas.openxmlformats.org/drawingml/2006/main">
              <a:ext uri="{FF2B5EF4-FFF2-40B4-BE49-F238E27FC236}">
                <a16:creationId xmlns:a16="http://schemas.microsoft.com/office/drawing/2014/main" id="{0E31D3C7-4F06-41CD-AF64-1AB6C14D9DE7}"/>
              </a:ext>
            </a:extLst>
          </p:cNvPr>
          <p:cNvCxnSpPr/>
          <p:nvPr/>
        </p:nvCxnSpPr>
        <p:spPr>
          <a:xfrm xmlns:a="http://schemas.openxmlformats.org/drawingml/2006/main" flipH="0" flipV="1">
            <a:off x="1952625" y="2238375"/>
            <a:ext cx="0" cy="238125"/>
          </a:xfrm>
          <a:prstGeom xmlns:a="http://schemas.openxmlformats.org/drawingml/2006/main" prst="straightConnector1">
            <a:avLst/>
          </a:prstGeom>
          <a:ln xmlns:a="http://schemas.openxmlformats.org/drawingml/2006/main" w="15240">
            <a:solidFill>
              <a:srgbClr val="173042"/>
            </a:solidFill>
            <a:prstDash val="dash"/>
          </a:ln>
        </p:spPr>
      </p:cxnSp>
      <p:cxnSp>
        <p:nvCxnSpPr>
          <p:cNvPr id="30" name="">
            <a:extLst xmlns:a="http://schemas.openxmlformats.org/drawingml/2006/main">
              <a:ext uri="{FF2B5EF4-FFF2-40B4-BE49-F238E27FC236}">
                <a16:creationId xmlns:a16="http://schemas.microsoft.com/office/drawing/2014/main" id="{24D8A545-96ED-4BB2-815C-56017DB1BAF5}"/>
              </a:ext>
            </a:extLst>
          </p:cNvPr>
          <p:cNvCxnSpPr/>
          <p:nvPr/>
        </p:nvCxnSpPr>
        <p:spPr>
          <a:xfrm xmlns:a="http://schemas.openxmlformats.org/drawingml/2006/main" flipH="0" flipV="0">
            <a:off x="1952625" y="2238375"/>
            <a:ext cx="552450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1" name="">
            <a:extLst xmlns:a="http://schemas.openxmlformats.org/drawingml/2006/main">
              <a:ext uri="{FF2B5EF4-FFF2-40B4-BE49-F238E27FC236}">
                <a16:creationId xmlns:a16="http://schemas.microsoft.com/office/drawing/2014/main" id="{E7263B87-3F12-4C8F-B29A-BED9F29D5681}"/>
              </a:ext>
            </a:extLst>
          </p:cNvPr>
          <p:cNvCxnSpPr/>
          <p:nvPr/>
        </p:nvCxnSpPr>
        <p:spPr>
          <a:xfrm xmlns:a="http://schemas.openxmlformats.org/drawingml/2006/main" flipH="0" flipV="0">
            <a:off x="7477125" y="2238375"/>
            <a:ext cx="0" cy="238125"/>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32" name="">
            <a:extLst xmlns:a="http://schemas.openxmlformats.org/drawingml/2006/main">
              <a:ext uri="{FF2B5EF4-FFF2-40B4-BE49-F238E27FC236}">
                <a16:creationId xmlns:a16="http://schemas.microsoft.com/office/drawing/2014/main" id="{E218DBA0-7A6E-46A7-AC52-AA0FB44DEC0A}"/>
              </a:ext>
            </a:extLst>
          </p:cNvPr>
          <p:cNvSpPr>
            <a:spLocks xmlns:a="http://schemas.openxmlformats.org/drawingml/2006/main" noGrp="1"/>
          </p:cNvSpPr>
          <p:nvPr/>
        </p:nvSpPr>
        <p:spPr>
          <a:xfrm xmlns:a="http://schemas.openxmlformats.org/drawingml/2006/main">
            <a:off x="4095750" y="19907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07681"/>
                </a:solidFill>
                <a:latin typeface="Arial"/>
                <a:ea typeface="Arial"/>
                <a:cs typeface="Arial"/>
              </a:defRPr>
            </a:defPPr>
            <a:lvl1pPr algn="l">
              <a:buNone/>
              <a:defRPr sz="1350" b="0">
                <a:solidFill>
                  <a:srgbClr val="607681"/>
                </a:solidFill>
                <a:latin typeface="Arial"/>
                <a:ea typeface="Arial"/>
                <a:cs typeface="Arial"/>
              </a:defRPr>
            </a:lvl1pPr>
            <a:lvl2pPr algn="l">
              <a:buNone/>
              <a:defRPr sz="1350" b="0">
                <a:solidFill>
                  <a:srgbClr val="607681"/>
                </a:solidFill>
                <a:latin typeface="Arial"/>
                <a:ea typeface="Arial"/>
                <a:cs typeface="Arial"/>
              </a:defRPr>
            </a:lvl2pPr>
            <a:lvl3pPr algn="l">
              <a:buNone/>
              <a:defRPr sz="1350" b="0">
                <a:solidFill>
                  <a:srgbClr val="607681"/>
                </a:solidFill>
                <a:latin typeface="Arial"/>
                <a:ea typeface="Arial"/>
                <a:cs typeface="Arial"/>
              </a:defRPr>
            </a:lvl3pPr>
            <a:lvl4pPr algn="l">
              <a:buNone/>
              <a:defRPr sz="1350" b="0">
                <a:solidFill>
                  <a:srgbClr val="607681"/>
                </a:solidFill>
                <a:latin typeface="Arial"/>
                <a:ea typeface="Arial"/>
                <a:cs typeface="Arial"/>
              </a:defRPr>
            </a:lvl4pPr>
            <a:lvl5pPr algn="l">
              <a:buNone/>
              <a:defRPr sz="1350" b="0">
                <a:solidFill>
                  <a:srgbClr val="607681"/>
                </a:solidFill>
                <a:latin typeface="Arial"/>
                <a:ea typeface="Arial"/>
                <a:cs typeface="Arial"/>
              </a:defRPr>
            </a:lvl5pPr>
            <a:lvl6pPr algn="l">
              <a:buNone/>
              <a:defRPr sz="1350" b="0">
                <a:solidFill>
                  <a:srgbClr val="607681"/>
                </a:solidFill>
                <a:latin typeface="Arial"/>
                <a:ea typeface="Arial"/>
                <a:cs typeface="Arial"/>
              </a:defRPr>
            </a:lvl6pPr>
            <a:lvl7pPr algn="l">
              <a:buNone/>
              <a:defRPr sz="1350" b="0">
                <a:solidFill>
                  <a:srgbClr val="607681"/>
                </a:solidFill>
                <a:latin typeface="Arial"/>
                <a:ea typeface="Arial"/>
                <a:cs typeface="Arial"/>
              </a:defRPr>
            </a:lvl7pPr>
            <a:lvl8pPr algn="l">
              <a:buNone/>
              <a:defRPr sz="1350" b="0">
                <a:solidFill>
                  <a:srgbClr val="607681"/>
                </a:solidFill>
                <a:latin typeface="Arial"/>
                <a:ea typeface="Arial"/>
                <a:cs typeface="Arial"/>
              </a:defRPr>
            </a:lvl8pPr>
            <a:lvl9pPr algn="l">
              <a:buNone/>
              <a:defRPr sz="1350" b="0">
                <a:solidFill>
                  <a:srgbClr val="607681"/>
                </a:solidFill>
                <a:latin typeface="Arial"/>
                <a:ea typeface="Arial"/>
                <a:cs typeface="Arial"/>
              </a:defRPr>
            </a:lvl9pPr>
          </a:lstStyle>
          <a:p xmlns:a="http://schemas.openxmlformats.org/drawingml/2006/main">
            <a:pPr algn="l">
              <a:buNone/>
              <a:defRPr sz="1350" b="0">
                <a:solidFill>
                  <a:srgbClr val="607681"/>
                </a:solidFill>
                <a:latin typeface="Arial"/>
                <a:ea typeface="Arial"/>
                <a:cs typeface="Arial"/>
              </a:defRPr>
            </a:pPr>
            <a:r>
              <a:rPr sz="1350" b="0">
                <a:solidFill>
                  <a:srgbClr val="607681"/>
                </a:solidFill>
                <a:latin typeface="Arial"/>
                <a:ea typeface="Arial"/>
                <a:cs typeface="Arial"/>
              </a:rPr>
              <a:t>reservation API</a:t>
            </a:r>
          </a:p>
        </p:txBody>
      </p:sp>
      <p:cxnSp>
        <p:nvCxnSpPr>
          <p:cNvPr id="33" name="">
            <a:extLst xmlns:a="http://schemas.openxmlformats.org/drawingml/2006/main">
              <a:ext uri="{FF2B5EF4-FFF2-40B4-BE49-F238E27FC236}">
                <a16:creationId xmlns:a16="http://schemas.microsoft.com/office/drawing/2014/main" id="{5C66C5BC-32C9-4685-B0F3-B96A83F24E3C}"/>
              </a:ext>
            </a:extLst>
          </p:cNvPr>
          <p:cNvCxnSpPr/>
          <p:nvPr/>
        </p:nvCxnSpPr>
        <p:spPr>
          <a:xfrm xmlns:a="http://schemas.openxmlformats.org/drawingml/2006/main" flipH="0" flipV="0">
            <a:off x="7477125" y="3190875"/>
            <a:ext cx="0" cy="428625"/>
          </a:xfrm>
          <a:prstGeom xmlns:a="http://schemas.openxmlformats.org/drawingml/2006/main" prst="straightConnector1">
            <a:avLst/>
          </a:prstGeom>
          <a:ln xmlns:a="http://schemas.openxmlformats.org/drawingml/2006/main" w="15240">
            <a:solidFill>
              <a:srgbClr val="173042"/>
            </a:solidFill>
            <a:prstDash val="dash"/>
          </a:ln>
        </p:spPr>
      </p:cxnSp>
      <p:cxnSp>
        <p:nvCxnSpPr>
          <p:cNvPr id="34" name="">
            <a:extLst xmlns:a="http://schemas.openxmlformats.org/drawingml/2006/main">
              <a:ext uri="{FF2B5EF4-FFF2-40B4-BE49-F238E27FC236}">
                <a16:creationId xmlns:a16="http://schemas.microsoft.com/office/drawing/2014/main" id="{473F7048-2E2C-49DB-A8B1-06D2CAA3121D}"/>
              </a:ext>
            </a:extLst>
          </p:cNvPr>
          <p:cNvCxnSpPr/>
          <p:nvPr/>
        </p:nvCxnSpPr>
        <p:spPr>
          <a:xfrm xmlns:a="http://schemas.openxmlformats.org/drawingml/2006/main" flipH="1" flipV="0">
            <a:off x="1952625" y="3619500"/>
            <a:ext cx="552450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5" name="">
            <a:extLst xmlns:a="http://schemas.openxmlformats.org/drawingml/2006/main">
              <a:ext uri="{FF2B5EF4-FFF2-40B4-BE49-F238E27FC236}">
                <a16:creationId xmlns:a16="http://schemas.microsoft.com/office/drawing/2014/main" id="{0D052248-D796-44F9-A49B-95AB25B7C11E}"/>
              </a:ext>
            </a:extLst>
          </p:cNvPr>
          <p:cNvCxnSpPr/>
          <p:nvPr/>
        </p:nvCxnSpPr>
        <p:spPr>
          <a:xfrm xmlns:a="http://schemas.openxmlformats.org/drawingml/2006/main" flipH="0" flipV="1">
            <a:off x="1952625" y="3190875"/>
            <a:ext cx="0" cy="428625"/>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36" name="">
            <a:extLst xmlns:a="http://schemas.openxmlformats.org/drawingml/2006/main">
              <a:ext uri="{FF2B5EF4-FFF2-40B4-BE49-F238E27FC236}">
                <a16:creationId xmlns:a16="http://schemas.microsoft.com/office/drawing/2014/main" id="{86C4AD80-AEE1-48E0-9490-D3B9818DF0F9}"/>
              </a:ext>
            </a:extLst>
          </p:cNvPr>
          <p:cNvSpPr>
            <a:spLocks xmlns:a="http://schemas.openxmlformats.org/drawingml/2006/main" noGrp="1"/>
          </p:cNvSpPr>
          <p:nvPr/>
        </p:nvSpPr>
        <p:spPr>
          <a:xfrm xmlns:a="http://schemas.openxmlformats.org/drawingml/2006/main">
            <a:off x="3667125" y="3333750"/>
            <a:ext cx="361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07681"/>
                </a:solidFill>
                <a:latin typeface="Arial"/>
                <a:ea typeface="Arial"/>
                <a:cs typeface="Arial"/>
              </a:defRPr>
            </a:defPPr>
            <a:lvl1pPr algn="l">
              <a:buNone/>
              <a:defRPr sz="1350" b="0">
                <a:solidFill>
                  <a:srgbClr val="607681"/>
                </a:solidFill>
                <a:latin typeface="Arial"/>
                <a:ea typeface="Arial"/>
                <a:cs typeface="Arial"/>
              </a:defRPr>
            </a:lvl1pPr>
            <a:lvl2pPr algn="l">
              <a:buNone/>
              <a:defRPr sz="1350" b="0">
                <a:solidFill>
                  <a:srgbClr val="607681"/>
                </a:solidFill>
                <a:latin typeface="Arial"/>
                <a:ea typeface="Arial"/>
                <a:cs typeface="Arial"/>
              </a:defRPr>
            </a:lvl2pPr>
            <a:lvl3pPr algn="l">
              <a:buNone/>
              <a:defRPr sz="1350" b="0">
                <a:solidFill>
                  <a:srgbClr val="607681"/>
                </a:solidFill>
                <a:latin typeface="Arial"/>
                <a:ea typeface="Arial"/>
                <a:cs typeface="Arial"/>
              </a:defRPr>
            </a:lvl3pPr>
            <a:lvl4pPr algn="l">
              <a:buNone/>
              <a:defRPr sz="1350" b="0">
                <a:solidFill>
                  <a:srgbClr val="607681"/>
                </a:solidFill>
                <a:latin typeface="Arial"/>
                <a:ea typeface="Arial"/>
                <a:cs typeface="Arial"/>
              </a:defRPr>
            </a:lvl4pPr>
            <a:lvl5pPr algn="l">
              <a:buNone/>
              <a:defRPr sz="1350" b="0">
                <a:solidFill>
                  <a:srgbClr val="607681"/>
                </a:solidFill>
                <a:latin typeface="Arial"/>
                <a:ea typeface="Arial"/>
                <a:cs typeface="Arial"/>
              </a:defRPr>
            </a:lvl5pPr>
            <a:lvl6pPr algn="l">
              <a:buNone/>
              <a:defRPr sz="1350" b="0">
                <a:solidFill>
                  <a:srgbClr val="607681"/>
                </a:solidFill>
                <a:latin typeface="Arial"/>
                <a:ea typeface="Arial"/>
                <a:cs typeface="Arial"/>
              </a:defRPr>
            </a:lvl6pPr>
            <a:lvl7pPr algn="l">
              <a:buNone/>
              <a:defRPr sz="1350" b="0">
                <a:solidFill>
                  <a:srgbClr val="607681"/>
                </a:solidFill>
                <a:latin typeface="Arial"/>
                <a:ea typeface="Arial"/>
                <a:cs typeface="Arial"/>
              </a:defRPr>
            </a:lvl7pPr>
            <a:lvl8pPr algn="l">
              <a:buNone/>
              <a:defRPr sz="1350" b="0">
                <a:solidFill>
                  <a:srgbClr val="607681"/>
                </a:solidFill>
                <a:latin typeface="Arial"/>
                <a:ea typeface="Arial"/>
                <a:cs typeface="Arial"/>
              </a:defRPr>
            </a:lvl8pPr>
            <a:lvl9pPr algn="l">
              <a:buNone/>
              <a:defRPr sz="1350" b="0">
                <a:solidFill>
                  <a:srgbClr val="607681"/>
                </a:solidFill>
                <a:latin typeface="Arial"/>
                <a:ea typeface="Arial"/>
                <a:cs typeface="Arial"/>
              </a:defRPr>
            </a:lvl9pPr>
          </a:lstStyle>
          <a:p xmlns:a="http://schemas.openxmlformats.org/drawingml/2006/main">
            <a:pPr algn="l">
              <a:buNone/>
              <a:defRPr sz="1350" b="0">
                <a:solidFill>
                  <a:srgbClr val="607681"/>
                </a:solidFill>
                <a:latin typeface="Arial"/>
                <a:ea typeface="Arial"/>
                <a:cs typeface="Arial"/>
              </a:defRPr>
            </a:pPr>
            <a:r>
              <a:rPr sz="1350" b="0">
                <a:solidFill>
                  <a:srgbClr val="607681"/>
                </a:solidFill>
                <a:latin typeface="Arial"/>
                <a:ea typeface="Arial"/>
                <a:cs typeface="Arial"/>
              </a:rPr>
              <a:t>ticketing observes BookingConfirmed</a:t>
            </a:r>
          </a:p>
        </p:txBody>
      </p:sp>
      <p:cxnSp>
        <p:nvCxnSpPr>
          <p:cNvPr id="37" name="">
            <a:extLst xmlns:a="http://schemas.openxmlformats.org/drawingml/2006/main">
              <a:ext uri="{FF2B5EF4-FFF2-40B4-BE49-F238E27FC236}">
                <a16:creationId xmlns:a16="http://schemas.microsoft.com/office/drawing/2014/main" id="{93C44510-6487-4553-A60E-116E2876E1AB}"/>
              </a:ext>
            </a:extLst>
          </p:cNvPr>
          <p:cNvCxnSpPr/>
          <p:nvPr/>
        </p:nvCxnSpPr>
        <p:spPr>
          <a:xfrm xmlns:a="http://schemas.openxmlformats.org/drawingml/2006/main" flipH="0" flipV="0">
            <a:off x="10239375" y="3190875"/>
            <a:ext cx="0" cy="762000"/>
          </a:xfrm>
          <a:prstGeom xmlns:a="http://schemas.openxmlformats.org/drawingml/2006/main" prst="straightConnector1">
            <a:avLst/>
          </a:prstGeom>
          <a:ln xmlns:a="http://schemas.openxmlformats.org/drawingml/2006/main" w="15240">
            <a:solidFill>
              <a:srgbClr val="173042"/>
            </a:solidFill>
            <a:prstDash val="dash"/>
          </a:ln>
        </p:spPr>
      </p:cxnSp>
      <p:cxnSp>
        <p:nvCxnSpPr>
          <p:cNvPr id="38" name="">
            <a:extLst xmlns:a="http://schemas.openxmlformats.org/drawingml/2006/main">
              <a:ext uri="{FF2B5EF4-FFF2-40B4-BE49-F238E27FC236}">
                <a16:creationId xmlns:a16="http://schemas.microsoft.com/office/drawing/2014/main" id="{0B28C3E7-FEF8-4FC3-A731-EE78660C9B8C}"/>
              </a:ext>
            </a:extLst>
          </p:cNvPr>
          <p:cNvCxnSpPr/>
          <p:nvPr/>
        </p:nvCxnSpPr>
        <p:spPr>
          <a:xfrm xmlns:a="http://schemas.openxmlformats.org/drawingml/2006/main" flipH="1" flipV="0">
            <a:off x="1952625" y="3952875"/>
            <a:ext cx="828675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9" name="">
            <a:extLst xmlns:a="http://schemas.openxmlformats.org/drawingml/2006/main">
              <a:ext uri="{FF2B5EF4-FFF2-40B4-BE49-F238E27FC236}">
                <a16:creationId xmlns:a16="http://schemas.microsoft.com/office/drawing/2014/main" id="{77531F0C-1566-43A0-8010-4D3F0F2D8E5B}"/>
              </a:ext>
            </a:extLst>
          </p:cNvPr>
          <p:cNvCxnSpPr/>
          <p:nvPr/>
        </p:nvCxnSpPr>
        <p:spPr>
          <a:xfrm xmlns:a="http://schemas.openxmlformats.org/drawingml/2006/main" flipH="0" flipV="1">
            <a:off x="1952625" y="3190875"/>
            <a:ext cx="0" cy="76200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40" name="">
            <a:extLst xmlns:a="http://schemas.openxmlformats.org/drawingml/2006/main">
              <a:ext uri="{FF2B5EF4-FFF2-40B4-BE49-F238E27FC236}">
                <a16:creationId xmlns:a16="http://schemas.microsoft.com/office/drawing/2014/main" id="{E40EFFF2-EC27-41CE-999B-B4C70F0798A8}"/>
              </a:ext>
            </a:extLst>
          </p:cNvPr>
          <p:cNvSpPr>
            <a:spLocks xmlns:a="http://schemas.openxmlformats.org/drawingml/2006/main" noGrp="1"/>
          </p:cNvSpPr>
          <p:nvPr/>
        </p:nvSpPr>
        <p:spPr>
          <a:xfrm xmlns:a="http://schemas.openxmlformats.org/drawingml/2006/main">
            <a:off x="5429250" y="36861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07681"/>
                </a:solidFill>
                <a:latin typeface="Arial"/>
                <a:ea typeface="Arial"/>
                <a:cs typeface="Arial"/>
              </a:defRPr>
            </a:defPPr>
            <a:lvl1pPr algn="l">
              <a:buNone/>
              <a:defRPr sz="1350" b="0">
                <a:solidFill>
                  <a:srgbClr val="607681"/>
                </a:solidFill>
                <a:latin typeface="Arial"/>
                <a:ea typeface="Arial"/>
                <a:cs typeface="Arial"/>
              </a:defRPr>
            </a:lvl1pPr>
            <a:lvl2pPr algn="l">
              <a:buNone/>
              <a:defRPr sz="1350" b="0">
                <a:solidFill>
                  <a:srgbClr val="607681"/>
                </a:solidFill>
                <a:latin typeface="Arial"/>
                <a:ea typeface="Arial"/>
                <a:cs typeface="Arial"/>
              </a:defRPr>
            </a:lvl2pPr>
            <a:lvl3pPr algn="l">
              <a:buNone/>
              <a:defRPr sz="1350" b="0">
                <a:solidFill>
                  <a:srgbClr val="607681"/>
                </a:solidFill>
                <a:latin typeface="Arial"/>
                <a:ea typeface="Arial"/>
                <a:cs typeface="Arial"/>
              </a:defRPr>
            </a:lvl3pPr>
            <a:lvl4pPr algn="l">
              <a:buNone/>
              <a:defRPr sz="1350" b="0">
                <a:solidFill>
                  <a:srgbClr val="607681"/>
                </a:solidFill>
                <a:latin typeface="Arial"/>
                <a:ea typeface="Arial"/>
                <a:cs typeface="Arial"/>
              </a:defRPr>
            </a:lvl4pPr>
            <a:lvl5pPr algn="l">
              <a:buNone/>
              <a:defRPr sz="1350" b="0">
                <a:solidFill>
                  <a:srgbClr val="607681"/>
                </a:solidFill>
                <a:latin typeface="Arial"/>
                <a:ea typeface="Arial"/>
                <a:cs typeface="Arial"/>
              </a:defRPr>
            </a:lvl5pPr>
            <a:lvl6pPr algn="l">
              <a:buNone/>
              <a:defRPr sz="1350" b="0">
                <a:solidFill>
                  <a:srgbClr val="607681"/>
                </a:solidFill>
                <a:latin typeface="Arial"/>
                <a:ea typeface="Arial"/>
                <a:cs typeface="Arial"/>
              </a:defRPr>
            </a:lvl6pPr>
            <a:lvl7pPr algn="l">
              <a:buNone/>
              <a:defRPr sz="1350" b="0">
                <a:solidFill>
                  <a:srgbClr val="607681"/>
                </a:solidFill>
                <a:latin typeface="Arial"/>
                <a:ea typeface="Arial"/>
                <a:cs typeface="Arial"/>
              </a:defRPr>
            </a:lvl7pPr>
            <a:lvl8pPr algn="l">
              <a:buNone/>
              <a:defRPr sz="1350" b="0">
                <a:solidFill>
                  <a:srgbClr val="607681"/>
                </a:solidFill>
                <a:latin typeface="Arial"/>
                <a:ea typeface="Arial"/>
                <a:cs typeface="Arial"/>
              </a:defRPr>
            </a:lvl8pPr>
            <a:lvl9pPr algn="l">
              <a:buNone/>
              <a:defRPr sz="1350" b="0">
                <a:solidFill>
                  <a:srgbClr val="607681"/>
                </a:solidFill>
                <a:latin typeface="Arial"/>
                <a:ea typeface="Arial"/>
                <a:cs typeface="Arial"/>
              </a:defRPr>
            </a:lvl9pPr>
          </a:lstStyle>
          <a:p xmlns:a="http://schemas.openxmlformats.org/drawingml/2006/main">
            <a:pPr algn="l">
              <a:buNone/>
              <a:defRPr sz="1350" b="0">
                <a:solidFill>
                  <a:srgbClr val="607681"/>
                </a:solidFill>
                <a:latin typeface="Arial"/>
                <a:ea typeface="Arial"/>
                <a:cs typeface="Arial"/>
              </a:defRPr>
            </a:pPr>
            <a:r>
              <a:rPr sz="1350" b="0">
                <a:solidFill>
                  <a:srgbClr val="607681"/>
                </a:solidFill>
                <a:latin typeface="Arial"/>
                <a:ea typeface="Arial"/>
                <a:cs typeface="Arial"/>
              </a:rPr>
              <a:t>notification observes BookingConfirmed</a:t>
            </a:r>
          </a:p>
        </p:txBody>
      </p:sp>
      <p:sp>
        <p:nvSpPr>
          <p:cNvPr id="41" name="">
            <a:extLst xmlns:a="http://schemas.openxmlformats.org/drawingml/2006/main">
              <a:ext uri="{FF2B5EF4-FFF2-40B4-BE49-F238E27FC236}">
                <a16:creationId xmlns:a16="http://schemas.microsoft.com/office/drawing/2014/main" id="{47A27F29-EE0E-49C0-9574-5DD986573AF0}"/>
              </a:ext>
            </a:extLst>
          </p:cNvPr>
          <p:cNvSpPr>
            <a:spLocks xmlns:a="http://schemas.openxmlformats.org/drawingml/2006/main" noGrp="1"/>
          </p:cNvSpPr>
          <p:nvPr/>
        </p:nvSpPr>
        <p:spPr>
          <a:xfrm xmlns:a="http://schemas.openxmlformats.org/drawingml/2006/main">
            <a:off x="609600" y="5400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87B75"/>
                </a:solidFill>
                <a:latin typeface="Arial"/>
                <a:ea typeface="Arial"/>
                <a:cs typeface="Arial"/>
              </a:defRPr>
            </a:defPPr>
            <a:lvl1pPr algn="l">
              <a:buNone/>
              <a:defRPr sz="1725" b="0">
                <a:solidFill>
                  <a:srgbClr val="187B75"/>
                </a:solidFill>
                <a:latin typeface="Arial"/>
                <a:ea typeface="Arial"/>
                <a:cs typeface="Arial"/>
              </a:defRPr>
            </a:lvl1pPr>
            <a:lvl2pPr algn="l">
              <a:buNone/>
              <a:defRPr sz="1725" b="0">
                <a:solidFill>
                  <a:srgbClr val="187B75"/>
                </a:solidFill>
                <a:latin typeface="Arial"/>
                <a:ea typeface="Arial"/>
                <a:cs typeface="Arial"/>
              </a:defRPr>
            </a:lvl2pPr>
            <a:lvl3pPr algn="l">
              <a:buNone/>
              <a:defRPr sz="1725" b="0">
                <a:solidFill>
                  <a:srgbClr val="187B75"/>
                </a:solidFill>
                <a:latin typeface="Arial"/>
                <a:ea typeface="Arial"/>
                <a:cs typeface="Arial"/>
              </a:defRPr>
            </a:lvl3pPr>
            <a:lvl4pPr algn="l">
              <a:buNone/>
              <a:defRPr sz="1725" b="0">
                <a:solidFill>
                  <a:srgbClr val="187B75"/>
                </a:solidFill>
                <a:latin typeface="Arial"/>
                <a:ea typeface="Arial"/>
                <a:cs typeface="Arial"/>
              </a:defRPr>
            </a:lvl4pPr>
            <a:lvl5pPr algn="l">
              <a:buNone/>
              <a:defRPr sz="1725" b="0">
                <a:solidFill>
                  <a:srgbClr val="187B75"/>
                </a:solidFill>
                <a:latin typeface="Arial"/>
                <a:ea typeface="Arial"/>
                <a:cs typeface="Arial"/>
              </a:defRPr>
            </a:lvl5pPr>
            <a:lvl6pPr algn="l">
              <a:buNone/>
              <a:defRPr sz="1725" b="0">
                <a:solidFill>
                  <a:srgbClr val="187B75"/>
                </a:solidFill>
                <a:latin typeface="Arial"/>
                <a:ea typeface="Arial"/>
                <a:cs typeface="Arial"/>
              </a:defRPr>
            </a:lvl6pPr>
            <a:lvl7pPr algn="l">
              <a:buNone/>
              <a:defRPr sz="1725" b="0">
                <a:solidFill>
                  <a:srgbClr val="187B75"/>
                </a:solidFill>
                <a:latin typeface="Arial"/>
                <a:ea typeface="Arial"/>
                <a:cs typeface="Arial"/>
              </a:defRPr>
            </a:lvl7pPr>
            <a:lvl8pPr algn="l">
              <a:buNone/>
              <a:defRPr sz="1725" b="0">
                <a:solidFill>
                  <a:srgbClr val="187B75"/>
                </a:solidFill>
                <a:latin typeface="Arial"/>
                <a:ea typeface="Arial"/>
                <a:cs typeface="Arial"/>
              </a:defRPr>
            </a:lvl8pPr>
            <a:lvl9pPr algn="l">
              <a:buNone/>
              <a:defRPr sz="1725" b="0">
                <a:solidFill>
                  <a:srgbClr val="187B75"/>
                </a:solidFill>
                <a:latin typeface="Arial"/>
                <a:ea typeface="Arial"/>
                <a:cs typeface="Arial"/>
              </a:defRPr>
            </a:lvl9pPr>
          </a:lstStyle>
          <a:p xmlns:a="http://schemas.openxmlformats.org/drawingml/2006/main">
            <a:pPr algn="l">
              <a:buNone/>
              <a:defRPr sz="1725" b="0">
                <a:solidFill>
                  <a:srgbClr val="187B75"/>
                </a:solidFill>
                <a:latin typeface="Arial"/>
                <a:ea typeface="Arial"/>
                <a:cs typeface="Arial"/>
              </a:defRPr>
            </a:pPr>
            <a:r>
              <a:rPr sz="1725" b="0">
                <a:solidFill>
                  <a:srgbClr val="187B75"/>
                </a:solidFill>
                <a:latin typeface="Arial"/>
                <a:ea typeface="Arial"/>
                <a:cs typeface="Arial"/>
              </a:rPr>
              <a:t>Dependencies point to the API or event provider. Only booking-related links are shown.</a:t>
            </a:r>
          </a:p>
        </p:txBody>
      </p:sp>
      <p:sp>
        <p:nvSpPr>
          <p:cNvPr id="42" name="">
            <a:extLst xmlns:a="http://schemas.openxmlformats.org/drawingml/2006/main">
              <a:ext uri="{FF2B5EF4-FFF2-40B4-BE49-F238E27FC236}">
                <a16:creationId xmlns:a16="http://schemas.microsoft.com/office/drawing/2014/main" id="{77744809-2AEF-445B-A3AC-A656BD74E939}"/>
              </a:ext>
            </a:extLst>
          </p:cNvPr>
          <p:cNvSpPr>
            <a:spLocks xmlns:a="http://schemas.openxmlformats.org/drawingml/2006/main" noGrp="1"/>
          </p:cNvSpPr>
          <p:nvPr/>
        </p:nvSpPr>
        <p:spPr>
          <a:xfrm xmlns:a="http://schemas.openxmlformats.org/drawingml/2006/main">
            <a:off x="609600" y="58197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607681"/>
                </a:solidFill>
                <a:latin typeface="Arial"/>
                <a:ea typeface="Arial"/>
                <a:cs typeface="Arial"/>
              </a:defRPr>
            </a:defPPr>
            <a:lvl1pPr algn="l">
              <a:buNone/>
              <a:defRPr sz="1725" b="0">
                <a:solidFill>
                  <a:srgbClr val="607681"/>
                </a:solidFill>
                <a:latin typeface="Arial"/>
                <a:ea typeface="Arial"/>
                <a:cs typeface="Arial"/>
              </a:defRPr>
            </a:lvl1pPr>
            <a:lvl2pPr algn="l">
              <a:buNone/>
              <a:defRPr sz="1725" b="0">
                <a:solidFill>
                  <a:srgbClr val="607681"/>
                </a:solidFill>
                <a:latin typeface="Arial"/>
                <a:ea typeface="Arial"/>
                <a:cs typeface="Arial"/>
              </a:defRPr>
            </a:lvl2pPr>
            <a:lvl3pPr algn="l">
              <a:buNone/>
              <a:defRPr sz="1725" b="0">
                <a:solidFill>
                  <a:srgbClr val="607681"/>
                </a:solidFill>
                <a:latin typeface="Arial"/>
                <a:ea typeface="Arial"/>
                <a:cs typeface="Arial"/>
              </a:defRPr>
            </a:lvl3pPr>
            <a:lvl4pPr algn="l">
              <a:buNone/>
              <a:defRPr sz="1725" b="0">
                <a:solidFill>
                  <a:srgbClr val="607681"/>
                </a:solidFill>
                <a:latin typeface="Arial"/>
                <a:ea typeface="Arial"/>
                <a:cs typeface="Arial"/>
              </a:defRPr>
            </a:lvl4pPr>
            <a:lvl5pPr algn="l">
              <a:buNone/>
              <a:defRPr sz="1725" b="0">
                <a:solidFill>
                  <a:srgbClr val="607681"/>
                </a:solidFill>
                <a:latin typeface="Arial"/>
                <a:ea typeface="Arial"/>
                <a:cs typeface="Arial"/>
              </a:defRPr>
            </a:lvl5pPr>
            <a:lvl6pPr algn="l">
              <a:buNone/>
              <a:defRPr sz="1725" b="0">
                <a:solidFill>
                  <a:srgbClr val="607681"/>
                </a:solidFill>
                <a:latin typeface="Arial"/>
                <a:ea typeface="Arial"/>
                <a:cs typeface="Arial"/>
              </a:defRPr>
            </a:lvl6pPr>
            <a:lvl7pPr algn="l">
              <a:buNone/>
              <a:defRPr sz="1725" b="0">
                <a:solidFill>
                  <a:srgbClr val="607681"/>
                </a:solidFill>
                <a:latin typeface="Arial"/>
                <a:ea typeface="Arial"/>
                <a:cs typeface="Arial"/>
              </a:defRPr>
            </a:lvl7pPr>
            <a:lvl8pPr algn="l">
              <a:buNone/>
              <a:defRPr sz="1725" b="0">
                <a:solidFill>
                  <a:srgbClr val="607681"/>
                </a:solidFill>
                <a:latin typeface="Arial"/>
                <a:ea typeface="Arial"/>
                <a:cs typeface="Arial"/>
              </a:defRPr>
            </a:lvl8pPr>
            <a:lvl9pPr algn="l">
              <a:buNone/>
              <a:defRPr sz="1725" b="0">
                <a:solidFill>
                  <a:srgbClr val="607681"/>
                </a:solidFill>
                <a:latin typeface="Arial"/>
                <a:ea typeface="Arial"/>
                <a:cs typeface="Arial"/>
              </a:defRPr>
            </a:lvl9pPr>
          </a:lstStyle>
          <a:p xmlns:a="http://schemas.openxmlformats.org/drawingml/2006/main">
            <a:pPr algn="l">
              <a:buNone/>
              <a:defRPr sz="1725" b="0">
                <a:solidFill>
                  <a:srgbClr val="607681"/>
                </a:solidFill>
                <a:latin typeface="Arial"/>
                <a:ea typeface="Arial"/>
                <a:cs typeface="Arial"/>
              </a:defRPr>
            </a:pPr>
            <a:r>
              <a:rPr sz="1725" b="0">
                <a:solidFill>
                  <a:srgbClr val="607681"/>
                </a:solidFill>
                <a:latin typeface="Arial"/>
                <a:ea typeface="Arial"/>
                <a:cs typeface="Arial"/>
              </a:rPr>
              <a:t>Shared PostgreSQL transaction. Check-in and reporting also use cross-table JDBC.</a:t>
            </a:r>
          </a:p>
        </p:txBody>
      </p:sp>
      <p:cxnSp>
        <p:nvCxnSpPr>
          <p:cNvPr id="44" name="Footer rule">
            <a:extLst xmlns:a="http://schemas.openxmlformats.org/drawingml/2006/main">
              <a:ext uri="{FF2B5EF4-FFF2-40B4-BE49-F238E27FC236}">
                <a16:creationId xmlns:a16="http://schemas.microsoft.com/office/drawing/2014/main" id="{2CEA6D51-9254-4647-9FD2-1CB4D29BD30E}"/>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1541828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B51DD5-FA97-492B-84EA-2F66140ACD2F}"/>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D249C73E-5BB2-423C-868A-B6BAD248C59B}"/>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UC02 Login and current privileges</a:t>
            </a:r>
          </a:p>
        </p:txBody>
      </p:sp>
      <p:sp>
        <p:nvSpPr>
          <p:cNvPr id="3" name="">
            <a:extLst xmlns:a="http://schemas.openxmlformats.org/drawingml/2006/main">
              <a:ext uri="{FF2B5EF4-FFF2-40B4-BE49-F238E27FC236}">
                <a16:creationId xmlns:a16="http://schemas.microsoft.com/office/drawing/2014/main" id="{856D15C8-7837-497E-8C2B-7C02202C53A8}"/>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6A39582E-BCFA-432D-AB76-3FBD50620D20}"/>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5D88B5C-C6A1-4B5E-8065-F233030E6142}"/>
              </a:ext>
            </a:extLst>
          </p:cNvPr>
          <p:cNvSpPr>
            <a:spLocks xmlns:a="http://schemas.openxmlformats.org/drawingml/2006/main" noGrp="1"/>
          </p:cNvSpPr>
          <p:nvPr/>
        </p:nvSpPr>
        <p:spPr>
          <a:xfrm xmlns:a="http://schemas.openxmlformats.org/drawingml/2006/main">
            <a:off x="609600" y="1809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Authentication</a:t>
            </a:r>
          </a:p>
        </p:txBody>
      </p:sp>
      <p:sp>
        <p:nvSpPr>
          <p:cNvPr id="6" name="">
            <a:extLst xmlns:a="http://schemas.openxmlformats.org/drawingml/2006/main">
              <a:ext uri="{FF2B5EF4-FFF2-40B4-BE49-F238E27FC236}">
                <a16:creationId xmlns:a16="http://schemas.microsoft.com/office/drawing/2014/main" id="{EBEFEFE0-79AB-4A8F-9CCD-7848E453FE90}"/>
              </a:ext>
            </a:extLst>
          </p:cNvPr>
          <p:cNvSpPr>
            <a:spLocks xmlns:a="http://schemas.openxmlformats.org/drawingml/2006/main" noGrp="1"/>
          </p:cNvSpPr>
          <p:nvPr/>
        </p:nvSpPr>
        <p:spPr>
          <a:xfrm xmlns:a="http://schemas.openxmlformats.org/drawingml/2006/main">
            <a:off x="3762375" y="180975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Valid credentials produce a JWT.</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Default token lifetime: one hour.</a:t>
            </a:r>
          </a:p>
        </p:txBody>
      </p:sp>
      <p:sp>
        <p:nvSpPr>
          <p:cNvPr id="7" name="">
            <a:extLst xmlns:a="http://schemas.openxmlformats.org/drawingml/2006/main">
              <a:ext uri="{FF2B5EF4-FFF2-40B4-BE49-F238E27FC236}">
                <a16:creationId xmlns:a16="http://schemas.microsoft.com/office/drawing/2014/main" id="{689CDEB7-7F53-4A49-AE56-37391B4FEDAC}"/>
              </a:ext>
            </a:extLst>
          </p:cNvPr>
          <p:cNvSpPr>
            <a:spLocks xmlns:a="http://schemas.openxmlformats.org/drawingml/2006/main" noGrp="1"/>
          </p:cNvSpPr>
          <p:nvPr/>
        </p:nvSpPr>
        <p:spPr>
          <a:xfrm xmlns:a="http://schemas.openxmlformats.org/drawingml/2006/main">
            <a:off x="609600" y="3143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Request authorization</a:t>
            </a:r>
          </a:p>
        </p:txBody>
      </p:sp>
      <p:sp>
        <p:nvSpPr>
          <p:cNvPr id="8" name="">
            <a:extLst xmlns:a="http://schemas.openxmlformats.org/drawingml/2006/main">
              <a:ext uri="{FF2B5EF4-FFF2-40B4-BE49-F238E27FC236}">
                <a16:creationId xmlns:a16="http://schemas.microsoft.com/office/drawing/2014/main" id="{92488783-EB6A-4D98-807A-C4618D50B295}"/>
              </a:ext>
            </a:extLst>
          </p:cNvPr>
          <p:cNvSpPr>
            <a:spLocks xmlns:a="http://schemas.openxmlformats.org/drawingml/2006/main" noGrp="1"/>
          </p:cNvSpPr>
          <p:nvPr/>
        </p:nvSpPr>
        <p:spPr>
          <a:xfrm xmlns:a="http://schemas.openxmlformats.org/drawingml/2006/main">
            <a:off x="3762375" y="314325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Effective roles = token roles ∩ current database roles.</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The server checks current account access.</a:t>
            </a:r>
          </a:p>
        </p:txBody>
      </p:sp>
      <p:sp>
        <p:nvSpPr>
          <p:cNvPr id="9" name="">
            <a:extLst xmlns:a="http://schemas.openxmlformats.org/drawingml/2006/main">
              <a:ext uri="{FF2B5EF4-FFF2-40B4-BE49-F238E27FC236}">
                <a16:creationId xmlns:a16="http://schemas.microsoft.com/office/drawing/2014/main" id="{AAA51F6B-ED6B-4A21-AE28-3F9E6747799E}"/>
              </a:ext>
            </a:extLst>
          </p:cNvPr>
          <p:cNvSpPr>
            <a:spLocks xmlns:a="http://schemas.openxmlformats.org/drawingml/2006/main" noGrp="1"/>
          </p:cNvSpPr>
          <p:nvPr/>
        </p:nvSpPr>
        <p:spPr>
          <a:xfrm xmlns:a="http://schemas.openxmlformats.org/drawingml/2006/main">
            <a:off x="609600" y="45720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Role changes</a:t>
            </a:r>
          </a:p>
        </p:txBody>
      </p:sp>
      <p:sp>
        <p:nvSpPr>
          <p:cNvPr id="10" name="">
            <a:extLst xmlns:a="http://schemas.openxmlformats.org/drawingml/2006/main">
              <a:ext uri="{FF2B5EF4-FFF2-40B4-BE49-F238E27FC236}">
                <a16:creationId xmlns:a16="http://schemas.microsoft.com/office/drawing/2014/main" id="{0C149C5B-40CF-4154-814A-ED429C78B98F}"/>
              </a:ext>
            </a:extLst>
          </p:cNvPr>
          <p:cNvSpPr>
            <a:spLocks xmlns:a="http://schemas.openxmlformats.org/drawingml/2006/main" noGrp="1"/>
          </p:cNvSpPr>
          <p:nvPr/>
        </p:nvSpPr>
        <p:spPr>
          <a:xfrm xmlns:a="http://schemas.openxmlformats.org/drawingml/2006/main">
            <a:off x="3762375" y="45720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Revocation applies on the next request.</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Newly granted roles require a new login.</a:t>
            </a:r>
          </a:p>
        </p:txBody>
      </p:sp>
      <p:cxnSp>
        <p:nvCxnSpPr>
          <p:cNvPr id="12" name="Footer rule">
            <a:extLst xmlns:a="http://schemas.openxmlformats.org/drawingml/2006/main">
              <a:ext uri="{FF2B5EF4-FFF2-40B4-BE49-F238E27FC236}">
                <a16:creationId xmlns:a16="http://schemas.microsoft.com/office/drawing/2014/main" id="{CF9D9F34-728A-48D2-9BB2-EABDBD9D490D}"/>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9043997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8E845B-6D51-4805-B09C-95E2DA981D4A}"/>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2BC01858-CAC9-4BB2-A71F-6FADC23D9A9F}"/>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UC03 Users and roles</a:t>
            </a:r>
          </a:p>
        </p:txBody>
      </p:sp>
      <p:sp>
        <p:nvSpPr>
          <p:cNvPr id="3" name="">
            <a:extLst xmlns:a="http://schemas.openxmlformats.org/drawingml/2006/main">
              <a:ext uri="{FF2B5EF4-FFF2-40B4-BE49-F238E27FC236}">
                <a16:creationId xmlns:a16="http://schemas.microsoft.com/office/drawing/2014/main" id="{56F9B665-F4F6-475F-9900-6421791AD8E4}"/>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A939928A-B037-4E54-8826-B590F3ED1E74}"/>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B95497A-5C42-41A9-B42E-67B9A44C8667}"/>
              </a:ext>
            </a:extLst>
          </p:cNvPr>
          <p:cNvSpPr>
            <a:spLocks xmlns:a="http://schemas.openxmlformats.org/drawingml/2006/main" noGrp="1"/>
          </p:cNvSpPr>
          <p:nvPr/>
        </p:nvSpPr>
        <p:spPr>
          <a:xfrm xmlns:a="http://schemas.openxmlformats.org/drawingml/2006/main">
            <a:off x="609600" y="1762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Role and ownership</a:t>
            </a:r>
          </a:p>
        </p:txBody>
      </p:sp>
      <p:sp>
        <p:nvSpPr>
          <p:cNvPr id="6" name="">
            <a:extLst xmlns:a="http://schemas.openxmlformats.org/drawingml/2006/main">
              <a:ext uri="{FF2B5EF4-FFF2-40B4-BE49-F238E27FC236}">
                <a16:creationId xmlns:a16="http://schemas.microsoft.com/office/drawing/2014/main" id="{03E3DA6B-C1C1-4DFF-B152-496CD0644911}"/>
              </a:ext>
            </a:extLst>
          </p:cNvPr>
          <p:cNvSpPr>
            <a:spLocks xmlns:a="http://schemas.openxmlformats.org/drawingml/2006/main" noGrp="1"/>
          </p:cNvSpPr>
          <p:nvPr/>
        </p:nvSpPr>
        <p:spPr>
          <a:xfrm xmlns:a="http://schemas.openxmlformats.org/drawingml/2006/main">
            <a:off x="3762375" y="1762125"/>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A role grants a capability. Ownership limits the resource.</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ADMIN still needs ownership to edit an event.</a:t>
            </a:r>
          </a:p>
        </p:txBody>
      </p:sp>
      <p:sp>
        <p:nvSpPr>
          <p:cNvPr id="7" name="">
            <a:extLst xmlns:a="http://schemas.openxmlformats.org/drawingml/2006/main">
              <a:ext uri="{FF2B5EF4-FFF2-40B4-BE49-F238E27FC236}">
                <a16:creationId xmlns:a16="http://schemas.microsoft.com/office/drawing/2014/main" id="{4B2DDC09-40A8-41F7-B4FB-5F4348A19C4F}"/>
              </a:ext>
            </a:extLst>
          </p:cNvPr>
          <p:cNvSpPr>
            <a:spLocks xmlns:a="http://schemas.openxmlformats.org/drawingml/2006/main" noGrp="1"/>
          </p:cNvSpPr>
          <p:nvPr/>
        </p:nvSpPr>
        <p:spPr>
          <a:xfrm xmlns:a="http://schemas.openxmlformats.org/drawingml/2006/main">
            <a:off x="609600" y="30956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Concurrent updates</a:t>
            </a:r>
          </a:p>
        </p:txBody>
      </p:sp>
      <p:sp>
        <p:nvSpPr>
          <p:cNvPr id="8" name="">
            <a:extLst xmlns:a="http://schemas.openxmlformats.org/drawingml/2006/main">
              <a:ext uri="{FF2B5EF4-FFF2-40B4-BE49-F238E27FC236}">
                <a16:creationId xmlns:a16="http://schemas.microsoft.com/office/drawing/2014/main" id="{6AAFF05C-51E0-4785-AB71-9FD376FD1B4E}"/>
              </a:ext>
            </a:extLst>
          </p:cNvPr>
          <p:cNvSpPr>
            <a:spLocks xmlns:a="http://schemas.openxmlformats.org/drawingml/2006/main" noGrp="1"/>
          </p:cNvSpPr>
          <p:nvPr/>
        </p:nvSpPr>
        <p:spPr>
          <a:xfrm xmlns:a="http://schemas.openxmlformats.org/drawingml/2006/main">
            <a:off x="3762375" y="3095625"/>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Protect the last active administrator when</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role changes compete.</a:t>
            </a:r>
          </a:p>
        </p:txBody>
      </p:sp>
      <p:sp>
        <p:nvSpPr>
          <p:cNvPr id="9" name="">
            <a:extLst xmlns:a="http://schemas.openxmlformats.org/drawingml/2006/main">
              <a:ext uri="{FF2B5EF4-FFF2-40B4-BE49-F238E27FC236}">
                <a16:creationId xmlns:a16="http://schemas.microsoft.com/office/drawing/2014/main" id="{E42BF7A7-E104-4303-AA3E-31EC72E56E84}"/>
              </a:ext>
            </a:extLst>
          </p:cNvPr>
          <p:cNvSpPr>
            <a:spLocks xmlns:a="http://schemas.openxmlformats.org/drawingml/2006/main" noGrp="1"/>
          </p:cNvSpPr>
          <p:nvPr/>
        </p:nvSpPr>
        <p:spPr>
          <a:xfrm xmlns:a="http://schemas.openxmlformats.org/drawingml/2006/main">
            <a:off x="609600" y="4429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87B75"/>
                </a:solidFill>
                <a:latin typeface="Arial"/>
                <a:ea typeface="Arial"/>
                <a:cs typeface="Arial"/>
              </a:defRPr>
            </a:defPPr>
            <a:lvl1pPr algn="l">
              <a:buNone/>
              <a:defRPr sz="2100" b="1">
                <a:solidFill>
                  <a:srgbClr val="187B75"/>
                </a:solidFill>
                <a:latin typeface="Arial"/>
                <a:ea typeface="Arial"/>
                <a:cs typeface="Arial"/>
              </a:defRPr>
            </a:lvl1pPr>
            <a:lvl2pPr algn="l">
              <a:buNone/>
              <a:defRPr sz="2100" b="1">
                <a:solidFill>
                  <a:srgbClr val="187B75"/>
                </a:solidFill>
                <a:latin typeface="Arial"/>
                <a:ea typeface="Arial"/>
                <a:cs typeface="Arial"/>
              </a:defRPr>
            </a:lvl2pPr>
            <a:lvl3pPr algn="l">
              <a:buNone/>
              <a:defRPr sz="2100" b="1">
                <a:solidFill>
                  <a:srgbClr val="187B75"/>
                </a:solidFill>
                <a:latin typeface="Arial"/>
                <a:ea typeface="Arial"/>
                <a:cs typeface="Arial"/>
              </a:defRPr>
            </a:lvl3pPr>
            <a:lvl4pPr algn="l">
              <a:buNone/>
              <a:defRPr sz="2100" b="1">
                <a:solidFill>
                  <a:srgbClr val="187B75"/>
                </a:solidFill>
                <a:latin typeface="Arial"/>
                <a:ea typeface="Arial"/>
                <a:cs typeface="Arial"/>
              </a:defRPr>
            </a:lvl4pPr>
            <a:lvl5pPr algn="l">
              <a:buNone/>
              <a:defRPr sz="2100" b="1">
                <a:solidFill>
                  <a:srgbClr val="187B75"/>
                </a:solidFill>
                <a:latin typeface="Arial"/>
                <a:ea typeface="Arial"/>
                <a:cs typeface="Arial"/>
              </a:defRPr>
            </a:lvl5pPr>
            <a:lvl6pPr algn="l">
              <a:buNone/>
              <a:defRPr sz="2100" b="1">
                <a:solidFill>
                  <a:srgbClr val="187B75"/>
                </a:solidFill>
                <a:latin typeface="Arial"/>
                <a:ea typeface="Arial"/>
                <a:cs typeface="Arial"/>
              </a:defRPr>
            </a:lvl6pPr>
            <a:lvl7pPr algn="l">
              <a:buNone/>
              <a:defRPr sz="2100" b="1">
                <a:solidFill>
                  <a:srgbClr val="187B75"/>
                </a:solidFill>
                <a:latin typeface="Arial"/>
                <a:ea typeface="Arial"/>
                <a:cs typeface="Arial"/>
              </a:defRPr>
            </a:lvl7pPr>
            <a:lvl8pPr algn="l">
              <a:buNone/>
              <a:defRPr sz="2100" b="1">
                <a:solidFill>
                  <a:srgbClr val="187B75"/>
                </a:solidFill>
                <a:latin typeface="Arial"/>
                <a:ea typeface="Arial"/>
                <a:cs typeface="Arial"/>
              </a:defRPr>
            </a:lvl8pPr>
            <a:lvl9pPr algn="l">
              <a:buNone/>
              <a:defRPr sz="2100" b="1">
                <a:solidFill>
                  <a:srgbClr val="187B75"/>
                </a:solidFill>
                <a:latin typeface="Arial"/>
                <a:ea typeface="Arial"/>
                <a:cs typeface="Arial"/>
              </a:defRPr>
            </a:lvl9pPr>
          </a:lstStyle>
          <a:p xmlns:a="http://schemas.openxmlformats.org/drawingml/2006/main">
            <a:pPr algn="l">
              <a:buNone/>
              <a:defRPr sz="2100" b="1">
                <a:solidFill>
                  <a:srgbClr val="187B75"/>
                </a:solidFill>
                <a:latin typeface="Arial"/>
                <a:ea typeface="Arial"/>
                <a:cs typeface="Arial"/>
              </a:defRPr>
            </a:pPr>
            <a:r>
              <a:rPr sz="2100" b="1">
                <a:solidFill>
                  <a:srgbClr val="187B75"/>
                </a:solidFill>
                <a:latin typeface="Arial"/>
                <a:ea typeface="Arial"/>
                <a:cs typeface="Arial"/>
              </a:rPr>
              <a:t>Verification</a:t>
            </a:r>
          </a:p>
        </p:txBody>
      </p:sp>
      <p:sp>
        <p:nvSpPr>
          <p:cNvPr id="10" name="">
            <a:extLst xmlns:a="http://schemas.openxmlformats.org/drawingml/2006/main">
              <a:ext uri="{FF2B5EF4-FFF2-40B4-BE49-F238E27FC236}">
                <a16:creationId xmlns:a16="http://schemas.microsoft.com/office/drawing/2014/main" id="{043B85A4-1612-4F20-ADB8-66AD71A695B2}"/>
              </a:ext>
            </a:extLst>
          </p:cNvPr>
          <p:cNvSpPr>
            <a:spLocks xmlns:a="http://schemas.openxmlformats.org/drawingml/2006/main" noGrp="1"/>
          </p:cNvSpPr>
          <p:nvPr/>
        </p:nvSpPr>
        <p:spPr>
          <a:xfrm xmlns:a="http://schemas.openxmlformats.org/drawingml/2006/main">
            <a:off x="3762375" y="4429125"/>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3042"/>
                </a:solidFill>
                <a:latin typeface="Arial"/>
                <a:ea typeface="Arial"/>
                <a:cs typeface="Arial"/>
              </a:defRPr>
            </a:defPPr>
            <a:lvl1pPr algn="l">
              <a:buNone/>
              <a:defRPr sz="1950" b="0">
                <a:solidFill>
                  <a:srgbClr val="173042"/>
                </a:solidFill>
                <a:latin typeface="Arial"/>
                <a:ea typeface="Arial"/>
                <a:cs typeface="Arial"/>
              </a:defRPr>
            </a:lvl1pPr>
            <a:lvl2pPr algn="l">
              <a:buNone/>
              <a:defRPr sz="1950" b="0">
                <a:solidFill>
                  <a:srgbClr val="173042"/>
                </a:solidFill>
                <a:latin typeface="Arial"/>
                <a:ea typeface="Arial"/>
                <a:cs typeface="Arial"/>
              </a:defRPr>
            </a:lvl2pPr>
            <a:lvl3pPr algn="l">
              <a:buNone/>
              <a:defRPr sz="1950" b="0">
                <a:solidFill>
                  <a:srgbClr val="173042"/>
                </a:solidFill>
                <a:latin typeface="Arial"/>
                <a:ea typeface="Arial"/>
                <a:cs typeface="Arial"/>
              </a:defRPr>
            </a:lvl3pPr>
            <a:lvl4pPr algn="l">
              <a:buNone/>
              <a:defRPr sz="1950" b="0">
                <a:solidFill>
                  <a:srgbClr val="173042"/>
                </a:solidFill>
                <a:latin typeface="Arial"/>
                <a:ea typeface="Arial"/>
                <a:cs typeface="Arial"/>
              </a:defRPr>
            </a:lvl4pPr>
            <a:lvl5pPr algn="l">
              <a:buNone/>
              <a:defRPr sz="1950" b="0">
                <a:solidFill>
                  <a:srgbClr val="173042"/>
                </a:solidFill>
                <a:latin typeface="Arial"/>
                <a:ea typeface="Arial"/>
                <a:cs typeface="Arial"/>
              </a:defRPr>
            </a:lvl5pPr>
            <a:lvl6pPr algn="l">
              <a:buNone/>
              <a:defRPr sz="1950" b="0">
                <a:solidFill>
                  <a:srgbClr val="173042"/>
                </a:solidFill>
                <a:latin typeface="Arial"/>
                <a:ea typeface="Arial"/>
                <a:cs typeface="Arial"/>
              </a:defRPr>
            </a:lvl6pPr>
            <a:lvl7pPr algn="l">
              <a:buNone/>
              <a:defRPr sz="1950" b="0">
                <a:solidFill>
                  <a:srgbClr val="173042"/>
                </a:solidFill>
                <a:latin typeface="Arial"/>
                <a:ea typeface="Arial"/>
                <a:cs typeface="Arial"/>
              </a:defRPr>
            </a:lvl7pPr>
            <a:lvl8pPr algn="l">
              <a:buNone/>
              <a:defRPr sz="1950" b="0">
                <a:solidFill>
                  <a:srgbClr val="173042"/>
                </a:solidFill>
                <a:latin typeface="Arial"/>
                <a:ea typeface="Arial"/>
                <a:cs typeface="Arial"/>
              </a:defRPr>
            </a:lvl8pPr>
            <a:lvl9pPr algn="l">
              <a:buNone/>
              <a:defRPr sz="1950" b="0">
                <a:solidFill>
                  <a:srgbClr val="173042"/>
                </a:solidFill>
                <a:latin typeface="Arial"/>
                <a:ea typeface="Arial"/>
                <a:cs typeface="Arial"/>
              </a:defRPr>
            </a:lvl9pPr>
          </a:lstStyle>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Concurrent demotion and revoked-role tests.</a:t>
            </a:r>
          </a:p>
          <a:p xmlns:a="http://schemas.openxmlformats.org/drawingml/2006/main">
            <a:pPr algn="l">
              <a:buNone/>
              <a:defRPr sz="1950" b="0">
                <a:solidFill>
                  <a:srgbClr val="173042"/>
                </a:solidFill>
                <a:latin typeface="Arial"/>
                <a:ea typeface="Arial"/>
                <a:cs typeface="Arial"/>
              </a:defRPr>
            </a:pPr>
            <a:r>
              <a:rPr sz="1950" b="0">
                <a:solidFill>
                  <a:srgbClr val="173042"/>
                </a:solidFill>
                <a:latin typeface="Arial"/>
                <a:ea typeface="Arial"/>
                <a:cs typeface="Arial"/>
              </a:rPr>
              <a:t>Successful role changes create in-app notifications.</a:t>
            </a:r>
          </a:p>
        </p:txBody>
      </p:sp>
      <p:cxnSp>
        <p:nvCxnSpPr>
          <p:cNvPr id="12" name="Footer rule">
            <a:extLst xmlns:a="http://schemas.openxmlformats.org/drawingml/2006/main">
              <a:ext uri="{FF2B5EF4-FFF2-40B4-BE49-F238E27FC236}">
                <a16:creationId xmlns:a16="http://schemas.microsoft.com/office/drawing/2014/main" id="{0A4C1CE0-5102-4212-B48D-DC2982D61CA9}"/>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8176206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76027BF-A016-40C3-A2DA-977B4077A02C}"/>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035E0E83-337B-4126-B27E-F8E4C39A10B7}"/>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UC06 Booking analysis model</a:t>
            </a:r>
          </a:p>
        </p:txBody>
      </p:sp>
      <p:sp>
        <p:nvSpPr>
          <p:cNvPr id="3" name="">
            <a:extLst xmlns:a="http://schemas.openxmlformats.org/drawingml/2006/main">
              <a:ext uri="{FF2B5EF4-FFF2-40B4-BE49-F238E27FC236}">
                <a16:creationId xmlns:a16="http://schemas.microsoft.com/office/drawing/2014/main" id="{6129E35E-A673-4DBA-B617-E8B097AF8B9D}"/>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D8252F08-9F37-48C6-9955-018DF4170210}"/>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807BA5E6-50E9-4818-8153-032E08A2D756}"/>
              </a:ext>
            </a:extLst>
          </p:cNvPr>
          <p:cNvSpPr>
            <a:spLocks xmlns:a="http://schemas.openxmlformats.org/drawingml/2006/main" noGrp="1"/>
          </p:cNvSpPr>
          <p:nvPr/>
        </p:nvSpPr>
        <p:spPr>
          <a:xfrm xmlns:a="http://schemas.openxmlformats.org/drawingml/2006/main">
            <a:off x="609600" y="2333625"/>
            <a:ext cx="2667000" cy="1476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8A29EC22-E618-4543-894D-CA58B600F669}"/>
              </a:ext>
            </a:extLst>
          </p:cNvPr>
          <p:cNvSpPr>
            <a:spLocks xmlns:a="http://schemas.openxmlformats.org/drawingml/2006/main" noGrp="1"/>
          </p:cNvSpPr>
          <p:nvPr/>
        </p:nvSpPr>
        <p:spPr>
          <a:xfrm xmlns:a="http://schemas.openxmlformats.org/drawingml/2006/main">
            <a:off x="685800" y="2400300"/>
            <a:ext cx="251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«boundary»</a:t>
            </a:r>
          </a:p>
        </p:txBody>
      </p:sp>
      <p:sp>
        <p:nvSpPr>
          <p:cNvPr id="7" name="">
            <a:extLst xmlns:a="http://schemas.openxmlformats.org/drawingml/2006/main">
              <a:ext uri="{FF2B5EF4-FFF2-40B4-BE49-F238E27FC236}">
                <a16:creationId xmlns:a16="http://schemas.microsoft.com/office/drawing/2014/main" id="{23EF37DA-CE22-4BAB-9AAC-4095C5861560}"/>
              </a:ext>
            </a:extLst>
          </p:cNvPr>
          <p:cNvSpPr>
            <a:spLocks xmlns:a="http://schemas.openxmlformats.org/drawingml/2006/main" noGrp="1"/>
          </p:cNvSpPr>
          <p:nvPr/>
        </p:nvSpPr>
        <p:spPr>
          <a:xfrm xmlns:a="http://schemas.openxmlformats.org/drawingml/2006/main">
            <a:off x="685800" y="2657475"/>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Booking form</a:t>
            </a:r>
          </a:p>
        </p:txBody>
      </p:sp>
      <p:cxnSp>
        <p:nvCxnSpPr>
          <p:cNvPr id="8" name="">
            <a:extLst xmlns:a="http://schemas.openxmlformats.org/drawingml/2006/main">
              <a:ext uri="{FF2B5EF4-FFF2-40B4-BE49-F238E27FC236}">
                <a16:creationId xmlns:a16="http://schemas.microsoft.com/office/drawing/2014/main" id="{964FE0D0-39BE-4A62-A744-4C6BDBBFCCB7}"/>
              </a:ext>
            </a:extLst>
          </p:cNvPr>
          <p:cNvCxnSpPr/>
          <p:nvPr/>
        </p:nvCxnSpPr>
        <p:spPr>
          <a:xfrm xmlns:a="http://schemas.openxmlformats.org/drawingml/2006/main" flipH="0" flipV="0">
            <a:off x="609600" y="3019425"/>
            <a:ext cx="2667000" cy="0"/>
          </a:xfrm>
          <a:prstGeom xmlns:a="http://schemas.openxmlformats.org/drawingml/2006/main" prst="straightConnector1">
            <a:avLst/>
          </a:prstGeom>
          <a:ln xmlns:a="http://schemas.openxmlformats.org/drawingml/2006/main" w="15240">
            <a:solidFill>
              <a:srgbClr val="173042"/>
            </a:solidFill>
            <a:prstDash val="solid"/>
          </a:ln>
        </p:spPr>
      </p:cxnSp>
      <p:sp>
        <p:nvSpPr>
          <p:cNvPr id="9" name="">
            <a:extLst xmlns:a="http://schemas.openxmlformats.org/drawingml/2006/main">
              <a:ext uri="{FF2B5EF4-FFF2-40B4-BE49-F238E27FC236}">
                <a16:creationId xmlns:a16="http://schemas.microsoft.com/office/drawing/2014/main" id="{6FC058AF-D9D3-42C0-A2AA-D5839625DC54}"/>
              </a:ext>
            </a:extLst>
          </p:cNvPr>
          <p:cNvSpPr>
            <a:spLocks xmlns:a="http://schemas.openxmlformats.org/drawingml/2006/main" noGrp="1"/>
          </p:cNvSpPr>
          <p:nvPr/>
        </p:nvSpPr>
        <p:spPr>
          <a:xfrm xmlns:a="http://schemas.openxmlformats.org/drawingml/2006/main">
            <a:off x="723900" y="3095625"/>
            <a:ext cx="243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submit booking</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show result</a:t>
            </a:r>
          </a:p>
        </p:txBody>
      </p:sp>
      <p:sp>
        <p:nvSpPr>
          <p:cNvPr id="10" name="">
            <a:extLst xmlns:a="http://schemas.openxmlformats.org/drawingml/2006/main">
              <a:ext uri="{FF2B5EF4-FFF2-40B4-BE49-F238E27FC236}">
                <a16:creationId xmlns:a16="http://schemas.microsoft.com/office/drawing/2014/main" id="{A8AD76FA-5D8C-4FEA-8403-48A83032C5E6}"/>
              </a:ext>
            </a:extLst>
          </p:cNvPr>
          <p:cNvSpPr>
            <a:spLocks xmlns:a="http://schemas.openxmlformats.org/drawingml/2006/main" noGrp="1"/>
          </p:cNvSpPr>
          <p:nvPr/>
        </p:nvSpPr>
        <p:spPr>
          <a:xfrm xmlns:a="http://schemas.openxmlformats.org/drawingml/2006/main">
            <a:off x="4524375" y="2333625"/>
            <a:ext cx="3048000" cy="1476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1" name="">
            <a:extLst xmlns:a="http://schemas.openxmlformats.org/drawingml/2006/main">
              <a:ext uri="{FF2B5EF4-FFF2-40B4-BE49-F238E27FC236}">
                <a16:creationId xmlns:a16="http://schemas.microsoft.com/office/drawing/2014/main" id="{5FBB4AF8-C59D-46B6-8FDA-EE14BCD53E4F}"/>
              </a:ext>
            </a:extLst>
          </p:cNvPr>
          <p:cNvSpPr>
            <a:spLocks xmlns:a="http://schemas.openxmlformats.org/drawingml/2006/main" noGrp="1"/>
          </p:cNvSpPr>
          <p:nvPr/>
        </p:nvSpPr>
        <p:spPr>
          <a:xfrm xmlns:a="http://schemas.openxmlformats.org/drawingml/2006/main">
            <a:off x="4600575" y="2400300"/>
            <a:ext cx="289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«control»</a:t>
            </a:r>
          </a:p>
        </p:txBody>
      </p:sp>
      <p:sp>
        <p:nvSpPr>
          <p:cNvPr id="12" name="">
            <a:extLst xmlns:a="http://schemas.openxmlformats.org/drawingml/2006/main">
              <a:ext uri="{FF2B5EF4-FFF2-40B4-BE49-F238E27FC236}">
                <a16:creationId xmlns:a16="http://schemas.microsoft.com/office/drawing/2014/main" id="{8BB82CEB-587C-4461-9258-02619FD3CF4A}"/>
              </a:ext>
            </a:extLst>
          </p:cNvPr>
          <p:cNvSpPr>
            <a:spLocks xmlns:a="http://schemas.openxmlformats.org/drawingml/2006/main" noGrp="1"/>
          </p:cNvSpPr>
          <p:nvPr/>
        </p:nvSpPr>
        <p:spPr>
          <a:xfrm xmlns:a="http://schemas.openxmlformats.org/drawingml/2006/main">
            <a:off x="4600575" y="2657475"/>
            <a:ext cx="2895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Booking workflow</a:t>
            </a:r>
          </a:p>
        </p:txBody>
      </p:sp>
      <p:cxnSp>
        <p:nvCxnSpPr>
          <p:cNvPr id="13" name="">
            <a:extLst xmlns:a="http://schemas.openxmlformats.org/drawingml/2006/main">
              <a:ext uri="{FF2B5EF4-FFF2-40B4-BE49-F238E27FC236}">
                <a16:creationId xmlns:a16="http://schemas.microsoft.com/office/drawing/2014/main" id="{3F0912FD-89A2-4AFB-97DE-D5B4EB797523}"/>
              </a:ext>
            </a:extLst>
          </p:cNvPr>
          <p:cNvCxnSpPr/>
          <p:nvPr/>
        </p:nvCxnSpPr>
        <p:spPr>
          <a:xfrm xmlns:a="http://schemas.openxmlformats.org/drawingml/2006/main" flipH="0" flipV="0">
            <a:off x="4524375" y="3019425"/>
            <a:ext cx="3048000" cy="0"/>
          </a:xfrm>
          <a:prstGeom xmlns:a="http://schemas.openxmlformats.org/drawingml/2006/main" prst="straightConnector1">
            <a:avLst/>
          </a:prstGeom>
          <a:ln xmlns:a="http://schemas.openxmlformats.org/drawingml/2006/main" w="15240">
            <a:solidFill>
              <a:srgbClr val="173042"/>
            </a:solidFill>
            <a:prstDash val="solid"/>
          </a:ln>
        </p:spPr>
      </p:cxnSp>
      <p:sp>
        <p:nvSpPr>
          <p:cNvPr id="14" name="">
            <a:extLst xmlns:a="http://schemas.openxmlformats.org/drawingml/2006/main">
              <a:ext uri="{FF2B5EF4-FFF2-40B4-BE49-F238E27FC236}">
                <a16:creationId xmlns:a16="http://schemas.microsoft.com/office/drawing/2014/main" id="{18B561EE-247B-4CAA-9FE3-B385F75C17D4}"/>
              </a:ext>
            </a:extLst>
          </p:cNvPr>
          <p:cNvSpPr>
            <a:spLocks xmlns:a="http://schemas.openxmlformats.org/drawingml/2006/main" noGrp="1"/>
          </p:cNvSpPr>
          <p:nvPr/>
        </p:nvSpPr>
        <p:spPr>
          <a:xfrm xmlns:a="http://schemas.openxmlformats.org/drawingml/2006/main">
            <a:off x="4638675" y="3095625"/>
            <a:ext cx="2819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validate request</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coordinate reservation</a:t>
            </a:r>
          </a:p>
        </p:txBody>
      </p:sp>
      <p:cxnSp>
        <p:nvCxnSpPr>
          <p:cNvPr id="15" name="">
            <a:extLst xmlns:a="http://schemas.openxmlformats.org/drawingml/2006/main">
              <a:ext uri="{FF2B5EF4-FFF2-40B4-BE49-F238E27FC236}">
                <a16:creationId xmlns:a16="http://schemas.microsoft.com/office/drawing/2014/main" id="{E73EB884-518F-4295-ABEF-BD80A061E874}"/>
              </a:ext>
            </a:extLst>
          </p:cNvPr>
          <p:cNvCxnSpPr/>
          <p:nvPr/>
        </p:nvCxnSpPr>
        <p:spPr>
          <a:xfrm xmlns:a="http://schemas.openxmlformats.org/drawingml/2006/main" flipH="0" flipV="0">
            <a:off x="3276600" y="3048000"/>
            <a:ext cx="1247775" cy="0"/>
          </a:xfrm>
          <a:prstGeom xmlns:a="http://schemas.openxmlformats.org/drawingml/2006/main" prst="straightConnector1">
            <a:avLst/>
          </a:prstGeom>
          <a:ln xmlns:a="http://schemas.openxmlformats.org/drawingml/2006/main" w="15240">
            <a:solidFill>
              <a:srgbClr val="173042"/>
            </a:solidFill>
            <a:prstDash val="solid"/>
          </a:ln>
        </p:spPr>
      </p:cxnSp>
      <p:sp>
        <p:nvSpPr>
          <p:cNvPr id="16" name="">
            <a:extLst xmlns:a="http://schemas.openxmlformats.org/drawingml/2006/main">
              <a:ext uri="{FF2B5EF4-FFF2-40B4-BE49-F238E27FC236}">
                <a16:creationId xmlns:a16="http://schemas.microsoft.com/office/drawing/2014/main" id="{078D5DEC-87FE-4E7E-9F67-95B0ECD0BAE3}"/>
              </a:ext>
            </a:extLst>
          </p:cNvPr>
          <p:cNvSpPr>
            <a:spLocks xmlns:a="http://schemas.openxmlformats.org/drawingml/2006/main" noGrp="1"/>
          </p:cNvSpPr>
          <p:nvPr/>
        </p:nvSpPr>
        <p:spPr>
          <a:xfrm xmlns:a="http://schemas.openxmlformats.org/drawingml/2006/main">
            <a:off x="3429000" y="2714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request</a:t>
            </a:r>
          </a:p>
        </p:txBody>
      </p:sp>
      <p:sp>
        <p:nvSpPr>
          <p:cNvPr id="17" name="">
            <a:extLst xmlns:a="http://schemas.openxmlformats.org/drawingml/2006/main">
              <a:ext uri="{FF2B5EF4-FFF2-40B4-BE49-F238E27FC236}">
                <a16:creationId xmlns:a16="http://schemas.microsoft.com/office/drawing/2014/main" id="{E6C4E923-8903-4890-BF45-2C170BB8572C}"/>
              </a:ext>
            </a:extLst>
          </p:cNvPr>
          <p:cNvSpPr>
            <a:spLocks xmlns:a="http://schemas.openxmlformats.org/drawingml/2006/main" noGrp="1"/>
          </p:cNvSpPr>
          <p:nvPr/>
        </p:nvSpPr>
        <p:spPr>
          <a:xfrm xmlns:a="http://schemas.openxmlformats.org/drawingml/2006/main">
            <a:off x="9144000" y="1714500"/>
            <a:ext cx="2428875"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8" name="">
            <a:extLst xmlns:a="http://schemas.openxmlformats.org/drawingml/2006/main">
              <a:ext uri="{FF2B5EF4-FFF2-40B4-BE49-F238E27FC236}">
                <a16:creationId xmlns:a16="http://schemas.microsoft.com/office/drawing/2014/main" id="{668C4A4F-E0D1-4857-A304-F4D34100702B}"/>
              </a:ext>
            </a:extLst>
          </p:cNvPr>
          <p:cNvSpPr>
            <a:spLocks xmlns:a="http://schemas.openxmlformats.org/drawingml/2006/main" noGrp="1"/>
          </p:cNvSpPr>
          <p:nvPr/>
        </p:nvSpPr>
        <p:spPr>
          <a:xfrm xmlns:a="http://schemas.openxmlformats.org/drawingml/2006/main">
            <a:off x="9220200" y="1781175"/>
            <a:ext cx="2276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«entity»</a:t>
            </a:r>
          </a:p>
        </p:txBody>
      </p:sp>
      <p:sp>
        <p:nvSpPr>
          <p:cNvPr id="19" name="">
            <a:extLst xmlns:a="http://schemas.openxmlformats.org/drawingml/2006/main">
              <a:ext uri="{FF2B5EF4-FFF2-40B4-BE49-F238E27FC236}">
                <a16:creationId xmlns:a16="http://schemas.microsoft.com/office/drawing/2014/main" id="{230380BB-E262-45EC-AB6A-B0BB630B2FD9}"/>
              </a:ext>
            </a:extLst>
          </p:cNvPr>
          <p:cNvSpPr>
            <a:spLocks xmlns:a="http://schemas.openxmlformats.org/drawingml/2006/main" noGrp="1"/>
          </p:cNvSpPr>
          <p:nvPr/>
        </p:nvSpPr>
        <p:spPr>
          <a:xfrm xmlns:a="http://schemas.openxmlformats.org/drawingml/2006/main">
            <a:off x="9220200" y="2038350"/>
            <a:ext cx="2276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Event</a:t>
            </a:r>
          </a:p>
        </p:txBody>
      </p:sp>
      <p:cxnSp>
        <p:nvCxnSpPr>
          <p:cNvPr id="20" name="">
            <a:extLst xmlns:a="http://schemas.openxmlformats.org/drawingml/2006/main">
              <a:ext uri="{FF2B5EF4-FFF2-40B4-BE49-F238E27FC236}">
                <a16:creationId xmlns:a16="http://schemas.microsoft.com/office/drawing/2014/main" id="{8F9CDFFD-6E0F-4897-9A3A-EE6B2027B158}"/>
              </a:ext>
            </a:extLst>
          </p:cNvPr>
          <p:cNvCxnSpPr/>
          <p:nvPr/>
        </p:nvCxnSpPr>
        <p:spPr>
          <a:xfrm xmlns:a="http://schemas.openxmlformats.org/drawingml/2006/main" flipH="0" flipV="0">
            <a:off x="9144000" y="2400300"/>
            <a:ext cx="2428875" cy="0"/>
          </a:xfrm>
          <a:prstGeom xmlns:a="http://schemas.openxmlformats.org/drawingml/2006/main" prst="straightConnector1">
            <a:avLst/>
          </a:prstGeom>
          <a:ln xmlns:a="http://schemas.openxmlformats.org/drawingml/2006/main" w="15240">
            <a:solidFill>
              <a:srgbClr val="173042"/>
            </a:solidFill>
            <a:prstDash val="solid"/>
          </a:ln>
        </p:spPr>
      </p:cxnSp>
      <p:sp>
        <p:nvSpPr>
          <p:cNvPr id="21" name="">
            <a:extLst xmlns:a="http://schemas.openxmlformats.org/drawingml/2006/main">
              <a:ext uri="{FF2B5EF4-FFF2-40B4-BE49-F238E27FC236}">
                <a16:creationId xmlns:a16="http://schemas.microsoft.com/office/drawing/2014/main" id="{6C0080DB-870E-43BE-A3E2-8B43607B3D49}"/>
              </a:ext>
            </a:extLst>
          </p:cNvPr>
          <p:cNvSpPr>
            <a:spLocks xmlns:a="http://schemas.openxmlformats.org/drawingml/2006/main" noGrp="1"/>
          </p:cNvSpPr>
          <p:nvPr/>
        </p:nvSpPr>
        <p:spPr>
          <a:xfrm xmlns:a="http://schemas.openxmlformats.org/drawingml/2006/main">
            <a:off x="9258300" y="2476500"/>
            <a:ext cx="2200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schedule / eligibility</a:t>
            </a:r>
          </a:p>
        </p:txBody>
      </p:sp>
      <p:sp>
        <p:nvSpPr>
          <p:cNvPr id="22" name="">
            <a:extLst xmlns:a="http://schemas.openxmlformats.org/drawingml/2006/main">
              <a:ext uri="{FF2B5EF4-FFF2-40B4-BE49-F238E27FC236}">
                <a16:creationId xmlns:a16="http://schemas.microsoft.com/office/drawing/2014/main" id="{69F6BB8F-40BF-47EF-B9B0-65414B0E3E70}"/>
              </a:ext>
            </a:extLst>
          </p:cNvPr>
          <p:cNvSpPr>
            <a:spLocks xmlns:a="http://schemas.openxmlformats.org/drawingml/2006/main" noGrp="1"/>
          </p:cNvSpPr>
          <p:nvPr/>
        </p:nvSpPr>
        <p:spPr>
          <a:xfrm xmlns:a="http://schemas.openxmlformats.org/drawingml/2006/main">
            <a:off x="9144000" y="3190875"/>
            <a:ext cx="2428875"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3" name="">
            <a:extLst xmlns:a="http://schemas.openxmlformats.org/drawingml/2006/main">
              <a:ext uri="{FF2B5EF4-FFF2-40B4-BE49-F238E27FC236}">
                <a16:creationId xmlns:a16="http://schemas.microsoft.com/office/drawing/2014/main" id="{182130AA-3819-4439-8CD8-1396F1FD0948}"/>
              </a:ext>
            </a:extLst>
          </p:cNvPr>
          <p:cNvSpPr>
            <a:spLocks xmlns:a="http://schemas.openxmlformats.org/drawingml/2006/main" noGrp="1"/>
          </p:cNvSpPr>
          <p:nvPr/>
        </p:nvSpPr>
        <p:spPr>
          <a:xfrm xmlns:a="http://schemas.openxmlformats.org/drawingml/2006/main">
            <a:off x="9220200" y="3257550"/>
            <a:ext cx="2276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«entity»</a:t>
            </a:r>
          </a:p>
        </p:txBody>
      </p:sp>
      <p:sp>
        <p:nvSpPr>
          <p:cNvPr id="24" name="">
            <a:extLst xmlns:a="http://schemas.openxmlformats.org/drawingml/2006/main">
              <a:ext uri="{FF2B5EF4-FFF2-40B4-BE49-F238E27FC236}">
                <a16:creationId xmlns:a16="http://schemas.microsoft.com/office/drawing/2014/main" id="{17799362-5CDF-4A4C-8F31-A9F26F8ACA1A}"/>
              </a:ext>
            </a:extLst>
          </p:cNvPr>
          <p:cNvSpPr>
            <a:spLocks xmlns:a="http://schemas.openxmlformats.org/drawingml/2006/main" noGrp="1"/>
          </p:cNvSpPr>
          <p:nvPr/>
        </p:nvSpPr>
        <p:spPr>
          <a:xfrm xmlns:a="http://schemas.openxmlformats.org/drawingml/2006/main">
            <a:off x="9220200" y="3514725"/>
            <a:ext cx="2276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Ticket type</a:t>
            </a:r>
          </a:p>
        </p:txBody>
      </p:sp>
      <p:cxnSp>
        <p:nvCxnSpPr>
          <p:cNvPr id="25" name="">
            <a:extLst xmlns:a="http://schemas.openxmlformats.org/drawingml/2006/main">
              <a:ext uri="{FF2B5EF4-FFF2-40B4-BE49-F238E27FC236}">
                <a16:creationId xmlns:a16="http://schemas.microsoft.com/office/drawing/2014/main" id="{129D87F2-C7DD-47F3-9237-49F8C02546D0}"/>
              </a:ext>
            </a:extLst>
          </p:cNvPr>
          <p:cNvCxnSpPr/>
          <p:nvPr/>
        </p:nvCxnSpPr>
        <p:spPr>
          <a:xfrm xmlns:a="http://schemas.openxmlformats.org/drawingml/2006/main" flipH="0" flipV="0">
            <a:off x="9144000" y="3876675"/>
            <a:ext cx="2428875" cy="0"/>
          </a:xfrm>
          <a:prstGeom xmlns:a="http://schemas.openxmlformats.org/drawingml/2006/main" prst="straightConnector1">
            <a:avLst/>
          </a:prstGeom>
          <a:ln xmlns:a="http://schemas.openxmlformats.org/drawingml/2006/main" w="15240">
            <a:solidFill>
              <a:srgbClr val="173042"/>
            </a:solidFill>
            <a:prstDash val="solid"/>
          </a:ln>
        </p:spPr>
      </p:cxnSp>
      <p:sp>
        <p:nvSpPr>
          <p:cNvPr id="26" name="">
            <a:extLst xmlns:a="http://schemas.openxmlformats.org/drawingml/2006/main">
              <a:ext uri="{FF2B5EF4-FFF2-40B4-BE49-F238E27FC236}">
                <a16:creationId xmlns:a16="http://schemas.microsoft.com/office/drawing/2014/main" id="{D7878260-FF91-4E22-A4FA-007ED689F9CC}"/>
              </a:ext>
            </a:extLst>
          </p:cNvPr>
          <p:cNvSpPr>
            <a:spLocks xmlns:a="http://schemas.openxmlformats.org/drawingml/2006/main" noGrp="1"/>
          </p:cNvSpPr>
          <p:nvPr/>
        </p:nvSpPr>
        <p:spPr>
          <a:xfrm xmlns:a="http://schemas.openxmlformats.org/drawingml/2006/main">
            <a:off x="9258300" y="3952875"/>
            <a:ext cx="2200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quota / availability</a:t>
            </a:r>
          </a:p>
        </p:txBody>
      </p:sp>
      <p:sp>
        <p:nvSpPr>
          <p:cNvPr id="27" name="">
            <a:extLst xmlns:a="http://schemas.openxmlformats.org/drawingml/2006/main">
              <a:ext uri="{FF2B5EF4-FFF2-40B4-BE49-F238E27FC236}">
                <a16:creationId xmlns:a16="http://schemas.microsoft.com/office/drawing/2014/main" id="{5C0BDE3C-67FD-457C-9166-387B258638E7}"/>
              </a:ext>
            </a:extLst>
          </p:cNvPr>
          <p:cNvSpPr>
            <a:spLocks xmlns:a="http://schemas.openxmlformats.org/drawingml/2006/main" noGrp="1"/>
          </p:cNvSpPr>
          <p:nvPr/>
        </p:nvSpPr>
        <p:spPr>
          <a:xfrm xmlns:a="http://schemas.openxmlformats.org/drawingml/2006/main">
            <a:off x="9144000" y="4667250"/>
            <a:ext cx="2428875"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8" name="">
            <a:extLst xmlns:a="http://schemas.openxmlformats.org/drawingml/2006/main">
              <a:ext uri="{FF2B5EF4-FFF2-40B4-BE49-F238E27FC236}">
                <a16:creationId xmlns:a16="http://schemas.microsoft.com/office/drawing/2014/main" id="{C022F358-4A0C-4D74-9483-95C116E4EA63}"/>
              </a:ext>
            </a:extLst>
          </p:cNvPr>
          <p:cNvSpPr>
            <a:spLocks xmlns:a="http://schemas.openxmlformats.org/drawingml/2006/main" noGrp="1"/>
          </p:cNvSpPr>
          <p:nvPr/>
        </p:nvSpPr>
        <p:spPr>
          <a:xfrm xmlns:a="http://schemas.openxmlformats.org/drawingml/2006/main">
            <a:off x="9220200" y="4733925"/>
            <a:ext cx="2276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«entity»</a:t>
            </a:r>
          </a:p>
        </p:txBody>
      </p:sp>
      <p:sp>
        <p:nvSpPr>
          <p:cNvPr id="29" name="">
            <a:extLst xmlns:a="http://schemas.openxmlformats.org/drawingml/2006/main">
              <a:ext uri="{FF2B5EF4-FFF2-40B4-BE49-F238E27FC236}">
                <a16:creationId xmlns:a16="http://schemas.microsoft.com/office/drawing/2014/main" id="{9C9ED1BE-3E98-4230-9BAC-B6F7DC88A461}"/>
              </a:ext>
            </a:extLst>
          </p:cNvPr>
          <p:cNvSpPr>
            <a:spLocks xmlns:a="http://schemas.openxmlformats.org/drawingml/2006/main" noGrp="1"/>
          </p:cNvSpPr>
          <p:nvPr/>
        </p:nvSpPr>
        <p:spPr>
          <a:xfrm xmlns:a="http://schemas.openxmlformats.org/drawingml/2006/main">
            <a:off x="9220200" y="4991100"/>
            <a:ext cx="2276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Booking</a:t>
            </a:r>
          </a:p>
        </p:txBody>
      </p:sp>
      <p:cxnSp>
        <p:nvCxnSpPr>
          <p:cNvPr id="30" name="">
            <a:extLst xmlns:a="http://schemas.openxmlformats.org/drawingml/2006/main">
              <a:ext uri="{FF2B5EF4-FFF2-40B4-BE49-F238E27FC236}">
                <a16:creationId xmlns:a16="http://schemas.microsoft.com/office/drawing/2014/main" id="{2A12E4D8-B8E8-4D0F-8F3E-B9B303E83773}"/>
              </a:ext>
            </a:extLst>
          </p:cNvPr>
          <p:cNvCxnSpPr/>
          <p:nvPr/>
        </p:nvCxnSpPr>
        <p:spPr>
          <a:xfrm xmlns:a="http://schemas.openxmlformats.org/drawingml/2006/main" flipH="0" flipV="0">
            <a:off x="9144000" y="5353050"/>
            <a:ext cx="2428875" cy="0"/>
          </a:xfrm>
          <a:prstGeom xmlns:a="http://schemas.openxmlformats.org/drawingml/2006/main" prst="straightConnector1">
            <a:avLst/>
          </a:prstGeom>
          <a:ln xmlns:a="http://schemas.openxmlformats.org/drawingml/2006/main" w="15240">
            <a:solidFill>
              <a:srgbClr val="173042"/>
            </a:solidFill>
            <a:prstDash val="solid"/>
          </a:ln>
        </p:spPr>
      </p:cxnSp>
      <p:sp>
        <p:nvSpPr>
          <p:cNvPr id="31" name="">
            <a:extLst xmlns:a="http://schemas.openxmlformats.org/drawingml/2006/main">
              <a:ext uri="{FF2B5EF4-FFF2-40B4-BE49-F238E27FC236}">
                <a16:creationId xmlns:a16="http://schemas.microsoft.com/office/drawing/2014/main" id="{D6848506-DB86-4B7D-9E06-56E44F297031}"/>
              </a:ext>
            </a:extLst>
          </p:cNvPr>
          <p:cNvSpPr>
            <a:spLocks xmlns:a="http://schemas.openxmlformats.org/drawingml/2006/main" noGrp="1"/>
          </p:cNvSpPr>
          <p:nvPr/>
        </p:nvSpPr>
        <p:spPr>
          <a:xfrm xmlns:a="http://schemas.openxmlformats.org/drawingml/2006/main">
            <a:off x="9258300" y="5429250"/>
            <a:ext cx="2200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quantity / status</a:t>
            </a:r>
          </a:p>
        </p:txBody>
      </p:sp>
      <p:cxnSp>
        <p:nvCxnSpPr>
          <p:cNvPr id="32" name="">
            <a:extLst xmlns:a="http://schemas.openxmlformats.org/drawingml/2006/main">
              <a:ext uri="{FF2B5EF4-FFF2-40B4-BE49-F238E27FC236}">
                <a16:creationId xmlns:a16="http://schemas.microsoft.com/office/drawing/2014/main" id="{D4331FA1-EC77-4C2D-9762-DC7E3168E151}"/>
              </a:ext>
            </a:extLst>
          </p:cNvPr>
          <p:cNvCxnSpPr/>
          <p:nvPr/>
        </p:nvCxnSpPr>
        <p:spPr>
          <a:xfrm xmlns:a="http://schemas.openxmlformats.org/drawingml/2006/main" flipH="0" flipV="0">
            <a:off x="7572375" y="2762250"/>
            <a:ext cx="714375"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3" name="">
            <a:extLst xmlns:a="http://schemas.openxmlformats.org/drawingml/2006/main">
              <a:ext uri="{FF2B5EF4-FFF2-40B4-BE49-F238E27FC236}">
                <a16:creationId xmlns:a16="http://schemas.microsoft.com/office/drawing/2014/main" id="{ACE217A4-E230-4D24-8354-B1BD3D64A203}"/>
              </a:ext>
            </a:extLst>
          </p:cNvPr>
          <p:cNvCxnSpPr/>
          <p:nvPr/>
        </p:nvCxnSpPr>
        <p:spPr>
          <a:xfrm xmlns:a="http://schemas.openxmlformats.org/drawingml/2006/main" flipH="0" flipV="1">
            <a:off x="8286750" y="2286000"/>
            <a:ext cx="0" cy="476250"/>
          </a:xfrm>
          <a:prstGeom xmlns:a="http://schemas.openxmlformats.org/drawingml/2006/main" prst="straightConnector1">
            <a:avLst/>
          </a:prstGeom>
          <a:ln xmlns:a="http://schemas.openxmlformats.org/drawingml/2006/main" w="15240">
            <a:solidFill>
              <a:srgbClr val="173042"/>
            </a:solidFill>
            <a:prstDash val="solid"/>
          </a:ln>
        </p:spPr>
      </p:cxnSp>
      <p:cxnSp>
        <p:nvCxnSpPr>
          <p:cNvPr id="34" name="">
            <a:extLst xmlns:a="http://schemas.openxmlformats.org/drawingml/2006/main">
              <a:ext uri="{FF2B5EF4-FFF2-40B4-BE49-F238E27FC236}">
                <a16:creationId xmlns:a16="http://schemas.microsoft.com/office/drawing/2014/main" id="{2844A855-67D1-40D5-9195-4484320F0D4A}"/>
              </a:ext>
            </a:extLst>
          </p:cNvPr>
          <p:cNvCxnSpPr/>
          <p:nvPr/>
        </p:nvCxnSpPr>
        <p:spPr>
          <a:xfrm xmlns:a="http://schemas.openxmlformats.org/drawingml/2006/main" flipH="0" flipV="0">
            <a:off x="8286750" y="2286000"/>
            <a:ext cx="8572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5" name="">
            <a:extLst xmlns:a="http://schemas.openxmlformats.org/drawingml/2006/main">
              <a:ext uri="{FF2B5EF4-FFF2-40B4-BE49-F238E27FC236}">
                <a16:creationId xmlns:a16="http://schemas.microsoft.com/office/drawing/2014/main" id="{F229850F-1B7D-456C-8EB6-F5A85EFE6811}"/>
              </a:ext>
            </a:extLst>
          </p:cNvPr>
          <p:cNvCxnSpPr/>
          <p:nvPr/>
        </p:nvCxnSpPr>
        <p:spPr>
          <a:xfrm xmlns:a="http://schemas.openxmlformats.org/drawingml/2006/main" flipH="0" flipV="0">
            <a:off x="7572375" y="3190875"/>
            <a:ext cx="1571625" cy="571500"/>
          </a:xfrm>
          <a:prstGeom xmlns:a="http://schemas.openxmlformats.org/drawingml/2006/main" prst="straightConnector1">
            <a:avLst/>
          </a:prstGeom>
          <a:ln xmlns:a="http://schemas.openxmlformats.org/drawingml/2006/main" w="15240">
            <a:solidFill>
              <a:srgbClr val="173042"/>
            </a:solidFill>
            <a:prstDash val="solid"/>
          </a:ln>
        </p:spPr>
      </p:cxnSp>
      <p:cxnSp>
        <p:nvCxnSpPr>
          <p:cNvPr id="36" name="">
            <a:extLst xmlns:a="http://schemas.openxmlformats.org/drawingml/2006/main">
              <a:ext uri="{FF2B5EF4-FFF2-40B4-BE49-F238E27FC236}">
                <a16:creationId xmlns:a16="http://schemas.microsoft.com/office/drawing/2014/main" id="{9FF484C6-0182-4469-A00E-5EE264EC32F6}"/>
              </a:ext>
            </a:extLst>
          </p:cNvPr>
          <p:cNvCxnSpPr/>
          <p:nvPr/>
        </p:nvCxnSpPr>
        <p:spPr>
          <a:xfrm xmlns:a="http://schemas.openxmlformats.org/drawingml/2006/main" flipH="0" flipV="0">
            <a:off x="7572375" y="3571875"/>
            <a:ext cx="714375"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7" name="">
            <a:extLst xmlns:a="http://schemas.openxmlformats.org/drawingml/2006/main">
              <a:ext uri="{FF2B5EF4-FFF2-40B4-BE49-F238E27FC236}">
                <a16:creationId xmlns:a16="http://schemas.microsoft.com/office/drawing/2014/main" id="{1D3A5815-970A-4C82-8E71-9FF524AABBC3}"/>
              </a:ext>
            </a:extLst>
          </p:cNvPr>
          <p:cNvCxnSpPr/>
          <p:nvPr/>
        </p:nvCxnSpPr>
        <p:spPr>
          <a:xfrm xmlns:a="http://schemas.openxmlformats.org/drawingml/2006/main" flipH="0" flipV="0">
            <a:off x="8286750" y="3571875"/>
            <a:ext cx="0" cy="1666875"/>
          </a:xfrm>
          <a:prstGeom xmlns:a="http://schemas.openxmlformats.org/drawingml/2006/main" prst="straightConnector1">
            <a:avLst/>
          </a:prstGeom>
          <a:ln xmlns:a="http://schemas.openxmlformats.org/drawingml/2006/main" w="15240">
            <a:solidFill>
              <a:srgbClr val="173042"/>
            </a:solidFill>
            <a:prstDash val="solid"/>
          </a:ln>
        </p:spPr>
      </p:cxnSp>
      <p:cxnSp>
        <p:nvCxnSpPr>
          <p:cNvPr id="38" name="">
            <a:extLst xmlns:a="http://schemas.openxmlformats.org/drawingml/2006/main">
              <a:ext uri="{FF2B5EF4-FFF2-40B4-BE49-F238E27FC236}">
                <a16:creationId xmlns:a16="http://schemas.microsoft.com/office/drawing/2014/main" id="{3D593597-0337-4EE2-9B29-B807061D70C9}"/>
              </a:ext>
            </a:extLst>
          </p:cNvPr>
          <p:cNvCxnSpPr/>
          <p:nvPr/>
        </p:nvCxnSpPr>
        <p:spPr>
          <a:xfrm xmlns:a="http://schemas.openxmlformats.org/drawingml/2006/main" flipH="0" flipV="0">
            <a:off x="8286750" y="5238750"/>
            <a:ext cx="857250" cy="0"/>
          </a:xfrm>
          <a:prstGeom xmlns:a="http://schemas.openxmlformats.org/drawingml/2006/main" prst="straightConnector1">
            <a:avLst/>
          </a:prstGeom>
          <a:ln xmlns:a="http://schemas.openxmlformats.org/drawingml/2006/main" w="15240">
            <a:solidFill>
              <a:srgbClr val="173042"/>
            </a:solidFill>
            <a:prstDash val="solid"/>
          </a:ln>
        </p:spPr>
      </p:cxnSp>
      <p:sp>
        <p:nvSpPr>
          <p:cNvPr id="39" name="">
            <a:extLst xmlns:a="http://schemas.openxmlformats.org/drawingml/2006/main">
              <a:ext uri="{FF2B5EF4-FFF2-40B4-BE49-F238E27FC236}">
                <a16:creationId xmlns:a16="http://schemas.microsoft.com/office/drawing/2014/main" id="{FBF4C6A9-538D-46F3-8990-CB5E7264E574}"/>
              </a:ext>
            </a:extLst>
          </p:cNvPr>
          <p:cNvSpPr>
            <a:spLocks xmlns:a="http://schemas.openxmlformats.org/drawingml/2006/main" noGrp="1"/>
          </p:cNvSpPr>
          <p:nvPr/>
        </p:nvSpPr>
        <p:spPr>
          <a:xfrm xmlns:a="http://schemas.openxmlformats.org/drawingml/2006/main">
            <a:off x="609600" y="438150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87B75"/>
                </a:solidFill>
                <a:latin typeface="Arial"/>
                <a:ea typeface="Arial"/>
                <a:cs typeface="Arial"/>
              </a:defRPr>
            </a:defPPr>
            <a:lvl1pPr algn="l">
              <a:buNone/>
              <a:defRPr sz="2025" b="1">
                <a:solidFill>
                  <a:srgbClr val="187B75"/>
                </a:solidFill>
                <a:latin typeface="Arial"/>
                <a:ea typeface="Arial"/>
                <a:cs typeface="Arial"/>
              </a:defRPr>
            </a:lvl1pPr>
            <a:lvl2pPr algn="l">
              <a:buNone/>
              <a:defRPr sz="2025" b="1">
                <a:solidFill>
                  <a:srgbClr val="187B75"/>
                </a:solidFill>
                <a:latin typeface="Arial"/>
                <a:ea typeface="Arial"/>
                <a:cs typeface="Arial"/>
              </a:defRPr>
            </a:lvl2pPr>
            <a:lvl3pPr algn="l">
              <a:buNone/>
              <a:defRPr sz="2025" b="1">
                <a:solidFill>
                  <a:srgbClr val="187B75"/>
                </a:solidFill>
                <a:latin typeface="Arial"/>
                <a:ea typeface="Arial"/>
                <a:cs typeface="Arial"/>
              </a:defRPr>
            </a:lvl3pPr>
            <a:lvl4pPr algn="l">
              <a:buNone/>
              <a:defRPr sz="2025" b="1">
                <a:solidFill>
                  <a:srgbClr val="187B75"/>
                </a:solidFill>
                <a:latin typeface="Arial"/>
                <a:ea typeface="Arial"/>
                <a:cs typeface="Arial"/>
              </a:defRPr>
            </a:lvl4pPr>
            <a:lvl5pPr algn="l">
              <a:buNone/>
              <a:defRPr sz="2025" b="1">
                <a:solidFill>
                  <a:srgbClr val="187B75"/>
                </a:solidFill>
                <a:latin typeface="Arial"/>
                <a:ea typeface="Arial"/>
                <a:cs typeface="Arial"/>
              </a:defRPr>
            </a:lvl5pPr>
            <a:lvl6pPr algn="l">
              <a:buNone/>
              <a:defRPr sz="2025" b="1">
                <a:solidFill>
                  <a:srgbClr val="187B75"/>
                </a:solidFill>
                <a:latin typeface="Arial"/>
                <a:ea typeface="Arial"/>
                <a:cs typeface="Arial"/>
              </a:defRPr>
            </a:lvl6pPr>
            <a:lvl7pPr algn="l">
              <a:buNone/>
              <a:defRPr sz="2025" b="1">
                <a:solidFill>
                  <a:srgbClr val="187B75"/>
                </a:solidFill>
                <a:latin typeface="Arial"/>
                <a:ea typeface="Arial"/>
                <a:cs typeface="Arial"/>
              </a:defRPr>
            </a:lvl7pPr>
            <a:lvl8pPr algn="l">
              <a:buNone/>
              <a:defRPr sz="2025" b="1">
                <a:solidFill>
                  <a:srgbClr val="187B75"/>
                </a:solidFill>
                <a:latin typeface="Arial"/>
                <a:ea typeface="Arial"/>
                <a:cs typeface="Arial"/>
              </a:defRPr>
            </a:lvl8pPr>
            <a:lvl9pPr algn="l">
              <a:buNone/>
              <a:defRPr sz="2025" b="1">
                <a:solidFill>
                  <a:srgbClr val="187B75"/>
                </a:solidFill>
                <a:latin typeface="Arial"/>
                <a:ea typeface="Arial"/>
                <a:cs typeface="Arial"/>
              </a:defRPr>
            </a:lvl9pPr>
          </a:lstStyle>
          <a:p xmlns:a="http://schemas.openxmlformats.org/drawingml/2006/main">
            <a:pPr algn="l">
              <a:buNone/>
              <a:defRPr sz="2025" b="1">
                <a:solidFill>
                  <a:srgbClr val="187B75"/>
                </a:solidFill>
                <a:latin typeface="Arial"/>
                <a:ea typeface="Arial"/>
                <a:cs typeface="Arial"/>
              </a:defRPr>
            </a:pPr>
            <a:r>
              <a:rPr sz="2025" b="1">
                <a:solidFill>
                  <a:srgbClr val="187B75"/>
                </a:solidFill>
                <a:latin typeface="Arial"/>
                <a:ea typeface="Arial"/>
                <a:cs typeface="Arial"/>
              </a:rPr>
              <a:t>Analysis responsibilities</a:t>
            </a:r>
          </a:p>
        </p:txBody>
      </p:sp>
      <p:sp>
        <p:nvSpPr>
          <p:cNvPr id="40" name="">
            <a:extLst xmlns:a="http://schemas.openxmlformats.org/drawingml/2006/main">
              <a:ext uri="{FF2B5EF4-FFF2-40B4-BE49-F238E27FC236}">
                <a16:creationId xmlns:a16="http://schemas.microsoft.com/office/drawing/2014/main" id="{C0E4F515-169F-4EC8-BE99-B0D4F67D353A}"/>
              </a:ext>
            </a:extLst>
          </p:cNvPr>
          <p:cNvSpPr>
            <a:spLocks xmlns:a="http://schemas.openxmlformats.org/drawingml/2006/main" noGrp="1"/>
          </p:cNvSpPr>
          <p:nvPr/>
        </p:nvSpPr>
        <p:spPr>
          <a:xfrm xmlns:a="http://schemas.openxmlformats.org/drawingml/2006/main">
            <a:off x="609600" y="48482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73042"/>
                </a:solidFill>
                <a:latin typeface="Arial"/>
                <a:ea typeface="Arial"/>
                <a:cs typeface="Arial"/>
              </a:defRPr>
            </a:defPPr>
            <a:lvl1pPr algn="l">
              <a:buNone/>
              <a:defRPr sz="1875" b="0">
                <a:solidFill>
                  <a:srgbClr val="173042"/>
                </a:solidFill>
                <a:latin typeface="Arial"/>
                <a:ea typeface="Arial"/>
                <a:cs typeface="Arial"/>
              </a:defRPr>
            </a:lvl1pPr>
            <a:lvl2pPr algn="l">
              <a:buNone/>
              <a:defRPr sz="1875" b="0">
                <a:solidFill>
                  <a:srgbClr val="173042"/>
                </a:solidFill>
                <a:latin typeface="Arial"/>
                <a:ea typeface="Arial"/>
                <a:cs typeface="Arial"/>
              </a:defRPr>
            </a:lvl2pPr>
            <a:lvl3pPr algn="l">
              <a:buNone/>
              <a:defRPr sz="1875" b="0">
                <a:solidFill>
                  <a:srgbClr val="173042"/>
                </a:solidFill>
                <a:latin typeface="Arial"/>
                <a:ea typeface="Arial"/>
                <a:cs typeface="Arial"/>
              </a:defRPr>
            </a:lvl3pPr>
            <a:lvl4pPr algn="l">
              <a:buNone/>
              <a:defRPr sz="1875" b="0">
                <a:solidFill>
                  <a:srgbClr val="173042"/>
                </a:solidFill>
                <a:latin typeface="Arial"/>
                <a:ea typeface="Arial"/>
                <a:cs typeface="Arial"/>
              </a:defRPr>
            </a:lvl4pPr>
            <a:lvl5pPr algn="l">
              <a:buNone/>
              <a:defRPr sz="1875" b="0">
                <a:solidFill>
                  <a:srgbClr val="173042"/>
                </a:solidFill>
                <a:latin typeface="Arial"/>
                <a:ea typeface="Arial"/>
                <a:cs typeface="Arial"/>
              </a:defRPr>
            </a:lvl5pPr>
            <a:lvl6pPr algn="l">
              <a:buNone/>
              <a:defRPr sz="1875" b="0">
                <a:solidFill>
                  <a:srgbClr val="173042"/>
                </a:solidFill>
                <a:latin typeface="Arial"/>
                <a:ea typeface="Arial"/>
                <a:cs typeface="Arial"/>
              </a:defRPr>
            </a:lvl6pPr>
            <a:lvl7pPr algn="l">
              <a:buNone/>
              <a:defRPr sz="1875" b="0">
                <a:solidFill>
                  <a:srgbClr val="173042"/>
                </a:solidFill>
                <a:latin typeface="Arial"/>
                <a:ea typeface="Arial"/>
                <a:cs typeface="Arial"/>
              </a:defRPr>
            </a:lvl7pPr>
            <a:lvl8pPr algn="l">
              <a:buNone/>
              <a:defRPr sz="1875" b="0">
                <a:solidFill>
                  <a:srgbClr val="173042"/>
                </a:solidFill>
                <a:latin typeface="Arial"/>
                <a:ea typeface="Arial"/>
                <a:cs typeface="Arial"/>
              </a:defRPr>
            </a:lvl8pPr>
            <a:lvl9pPr algn="l">
              <a:buNone/>
              <a:defRPr sz="1875" b="0">
                <a:solidFill>
                  <a:srgbClr val="173042"/>
                </a:solidFill>
                <a:latin typeface="Arial"/>
                <a:ea typeface="Arial"/>
                <a:cs typeface="Arial"/>
              </a:defRPr>
            </a:lvl9pPr>
          </a:lstStyle>
          <a:p xmlns:a="http://schemas.openxmlformats.org/drawingml/2006/main">
            <a:pPr algn="l">
              <a:buNone/>
              <a:defRPr sz="1875" b="0">
                <a:solidFill>
                  <a:srgbClr val="173042"/>
                </a:solidFill>
                <a:latin typeface="Arial"/>
                <a:ea typeface="Arial"/>
                <a:cs typeface="Arial"/>
              </a:defRPr>
            </a:pPr>
            <a:r>
              <a:rPr sz="1875" b="0">
                <a:solidFill>
                  <a:srgbClr val="173042"/>
                </a:solidFill>
                <a:latin typeface="Arial"/>
                <a:ea typeface="Arial"/>
                <a:cs typeface="Arial"/>
              </a:rPr>
              <a:t>Boundary captures input. Control coordinates the use case.</a:t>
            </a:r>
          </a:p>
          <a:p xmlns:a="http://schemas.openxmlformats.org/drawingml/2006/main">
            <a:pPr algn="l">
              <a:buNone/>
              <a:defRPr sz="1875" b="0">
                <a:solidFill>
                  <a:srgbClr val="173042"/>
                </a:solidFill>
                <a:latin typeface="Arial"/>
                <a:ea typeface="Arial"/>
                <a:cs typeface="Arial"/>
              </a:defRPr>
            </a:pPr>
            <a:r>
              <a:rPr sz="1875" b="0">
                <a:solidFill>
                  <a:srgbClr val="173042"/>
                </a:solidFill>
                <a:latin typeface="Arial"/>
                <a:ea typeface="Arial"/>
                <a:cs typeface="Arial"/>
              </a:rPr>
              <a:t>Entities hold business information and rules.</a:t>
            </a:r>
          </a:p>
        </p:txBody>
      </p:sp>
      <p:sp>
        <p:nvSpPr>
          <p:cNvPr id="41" name="">
            <a:extLst xmlns:a="http://schemas.openxmlformats.org/drawingml/2006/main">
              <a:ext uri="{FF2B5EF4-FFF2-40B4-BE49-F238E27FC236}">
                <a16:creationId xmlns:a16="http://schemas.microsoft.com/office/drawing/2014/main" id="{1A6FC0A6-0925-4D49-BD70-DF2C5AC4DAA1}"/>
              </a:ext>
            </a:extLst>
          </p:cNvPr>
          <p:cNvSpPr>
            <a:spLocks xmlns:a="http://schemas.openxmlformats.org/drawingml/2006/main" noGrp="1"/>
          </p:cNvSpPr>
          <p:nvPr/>
        </p:nvSpPr>
        <p:spPr>
          <a:xfrm xmlns:a="http://schemas.openxmlformats.org/drawingml/2006/main">
            <a:off x="609600" y="59340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Design mapping: form / controller, BookingService, domain entities. Details: slides 12–13.</a:t>
            </a:r>
          </a:p>
        </p:txBody>
      </p:sp>
      <p:cxnSp>
        <p:nvCxnSpPr>
          <p:cNvPr id="43" name="Footer rule">
            <a:extLst xmlns:a="http://schemas.openxmlformats.org/drawingml/2006/main">
              <a:ext uri="{FF2B5EF4-FFF2-40B4-BE49-F238E27FC236}">
                <a16:creationId xmlns:a16="http://schemas.microsoft.com/office/drawing/2014/main" id="{E65D4773-A4B8-412A-A646-028F91A340CA}"/>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0020453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8CF799E-2DDB-423D-932C-6BB24DAD8B73}"/>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D76138BF-728E-42F7-87D6-0EFCB976FA7F}"/>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Booking design model</a:t>
            </a:r>
          </a:p>
        </p:txBody>
      </p:sp>
      <p:sp>
        <p:nvSpPr>
          <p:cNvPr id="3" name="">
            <a:extLst xmlns:a="http://schemas.openxmlformats.org/drawingml/2006/main">
              <a:ext uri="{FF2B5EF4-FFF2-40B4-BE49-F238E27FC236}">
                <a16:creationId xmlns:a16="http://schemas.microsoft.com/office/drawing/2014/main" id="{FCA83148-6F2E-46EE-B867-6BA34600185F}"/>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EF9A3898-C262-48F1-B861-9D8EB27D1535}"/>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1591F357-2ED9-40A7-BDDE-366A0DBE6B3C}"/>
              </a:ext>
            </a:extLst>
          </p:cNvPr>
          <p:cNvSpPr>
            <a:spLocks xmlns:a="http://schemas.openxmlformats.org/drawingml/2006/main" noGrp="1"/>
          </p:cNvSpPr>
          <p:nvPr/>
        </p:nvSpPr>
        <p:spPr>
          <a:xfrm xmlns:a="http://schemas.openxmlformats.org/drawingml/2006/main">
            <a:off x="609600" y="1809750"/>
            <a:ext cx="3429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B2D655D4-68F2-4857-9399-B4943FEA976C}"/>
              </a:ext>
            </a:extLst>
          </p:cNvPr>
          <p:cNvSpPr>
            <a:spLocks xmlns:a="http://schemas.openxmlformats.org/drawingml/2006/main" noGrp="1"/>
          </p:cNvSpPr>
          <p:nvPr/>
        </p:nvSpPr>
        <p:spPr>
          <a:xfrm xmlns:a="http://schemas.openxmlformats.org/drawingml/2006/main">
            <a:off x="685800" y="1924050"/>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BookingController</a:t>
            </a:r>
          </a:p>
        </p:txBody>
      </p:sp>
      <p:cxnSp>
        <p:nvCxnSpPr>
          <p:cNvPr id="7" name="">
            <a:extLst xmlns:a="http://schemas.openxmlformats.org/drawingml/2006/main">
              <a:ext uri="{FF2B5EF4-FFF2-40B4-BE49-F238E27FC236}">
                <a16:creationId xmlns:a16="http://schemas.microsoft.com/office/drawing/2014/main" id="{66C0F6B2-4D3C-4AD6-8C6D-080A7AE95FE0}"/>
              </a:ext>
            </a:extLst>
          </p:cNvPr>
          <p:cNvCxnSpPr/>
          <p:nvPr/>
        </p:nvCxnSpPr>
        <p:spPr>
          <a:xfrm xmlns:a="http://schemas.openxmlformats.org/drawingml/2006/main" flipH="0" flipV="0">
            <a:off x="609600" y="2305050"/>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8" name="">
            <a:extLst xmlns:a="http://schemas.openxmlformats.org/drawingml/2006/main">
              <a:ext uri="{FF2B5EF4-FFF2-40B4-BE49-F238E27FC236}">
                <a16:creationId xmlns:a16="http://schemas.microsoft.com/office/drawing/2014/main" id="{B40C6B7D-CCEE-4A03-8727-C9FB23EFCDCE}"/>
              </a:ext>
            </a:extLst>
          </p:cNvPr>
          <p:cNvSpPr>
            <a:spLocks xmlns:a="http://schemas.openxmlformats.org/drawingml/2006/main" noGrp="1"/>
          </p:cNvSpPr>
          <p:nvPr/>
        </p:nvSpPr>
        <p:spPr>
          <a:xfrm xmlns:a="http://schemas.openxmlformats.org/drawingml/2006/main">
            <a:off x="723900" y="23812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create(...): ResponseEntity</a:t>
            </a:r>
          </a:p>
        </p:txBody>
      </p:sp>
      <p:sp>
        <p:nvSpPr>
          <p:cNvPr id="9" name="">
            <a:extLst xmlns:a="http://schemas.openxmlformats.org/drawingml/2006/main">
              <a:ext uri="{FF2B5EF4-FFF2-40B4-BE49-F238E27FC236}">
                <a16:creationId xmlns:a16="http://schemas.microsoft.com/office/drawing/2014/main" id="{08CA943B-FAAD-40EA-9977-F7D760467360}"/>
              </a:ext>
            </a:extLst>
          </p:cNvPr>
          <p:cNvSpPr>
            <a:spLocks xmlns:a="http://schemas.openxmlformats.org/drawingml/2006/main" noGrp="1"/>
          </p:cNvSpPr>
          <p:nvPr/>
        </p:nvSpPr>
        <p:spPr>
          <a:xfrm xmlns:a="http://schemas.openxmlformats.org/drawingml/2006/main">
            <a:off x="609600" y="4143375"/>
            <a:ext cx="34290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0" name="">
            <a:extLst xmlns:a="http://schemas.openxmlformats.org/drawingml/2006/main">
              <a:ext uri="{FF2B5EF4-FFF2-40B4-BE49-F238E27FC236}">
                <a16:creationId xmlns:a16="http://schemas.microsoft.com/office/drawing/2014/main" id="{71C8755B-1E4E-4C55-B389-9FACFAAB3E32}"/>
              </a:ext>
            </a:extLst>
          </p:cNvPr>
          <p:cNvSpPr>
            <a:spLocks xmlns:a="http://schemas.openxmlformats.org/drawingml/2006/main" noGrp="1"/>
          </p:cNvSpPr>
          <p:nvPr/>
        </p:nvSpPr>
        <p:spPr>
          <a:xfrm xmlns:a="http://schemas.openxmlformats.org/drawingml/2006/main">
            <a:off x="685800" y="4257675"/>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BookingService</a:t>
            </a:r>
          </a:p>
        </p:txBody>
      </p:sp>
      <p:cxnSp>
        <p:nvCxnSpPr>
          <p:cNvPr id="11" name="">
            <a:extLst xmlns:a="http://schemas.openxmlformats.org/drawingml/2006/main">
              <a:ext uri="{FF2B5EF4-FFF2-40B4-BE49-F238E27FC236}">
                <a16:creationId xmlns:a16="http://schemas.microsoft.com/office/drawing/2014/main" id="{EB59FD46-43F4-494B-B7EA-EAF68FED57A1}"/>
              </a:ext>
            </a:extLst>
          </p:cNvPr>
          <p:cNvCxnSpPr/>
          <p:nvPr/>
        </p:nvCxnSpPr>
        <p:spPr>
          <a:xfrm xmlns:a="http://schemas.openxmlformats.org/drawingml/2006/main" flipH="0" flipV="0">
            <a:off x="609600" y="4638675"/>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12" name="">
            <a:extLst xmlns:a="http://schemas.openxmlformats.org/drawingml/2006/main">
              <a:ext uri="{FF2B5EF4-FFF2-40B4-BE49-F238E27FC236}">
                <a16:creationId xmlns:a16="http://schemas.microsoft.com/office/drawing/2014/main" id="{9FE88329-5FF6-435C-AFF0-3C80DD9C7213}"/>
              </a:ext>
            </a:extLst>
          </p:cNvPr>
          <p:cNvSpPr>
            <a:spLocks xmlns:a="http://schemas.openxmlformats.org/drawingml/2006/main" noGrp="1"/>
          </p:cNvSpPr>
          <p:nvPr/>
        </p:nvSpPr>
        <p:spPr>
          <a:xfrm xmlns:a="http://schemas.openxmlformats.org/drawingml/2006/main">
            <a:off x="723900" y="4714875"/>
            <a:ext cx="320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create(user, key, input)</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cancel(user, id)</a:t>
            </a:r>
          </a:p>
        </p:txBody>
      </p:sp>
      <p:cxnSp>
        <p:nvCxnSpPr>
          <p:cNvPr id="13" name="">
            <a:extLst xmlns:a="http://schemas.openxmlformats.org/drawingml/2006/main">
              <a:ext uri="{FF2B5EF4-FFF2-40B4-BE49-F238E27FC236}">
                <a16:creationId xmlns:a16="http://schemas.microsoft.com/office/drawing/2014/main" id="{7938F989-AE9A-4698-A352-110559ABD26C}"/>
              </a:ext>
            </a:extLst>
          </p:cNvPr>
          <p:cNvCxnSpPr/>
          <p:nvPr/>
        </p:nvCxnSpPr>
        <p:spPr>
          <a:xfrm xmlns:a="http://schemas.openxmlformats.org/drawingml/2006/main" flipH="0" flipV="0">
            <a:off x="2324100" y="2905125"/>
            <a:ext cx="0" cy="123825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14" name="">
            <a:extLst xmlns:a="http://schemas.openxmlformats.org/drawingml/2006/main">
              <a:ext uri="{FF2B5EF4-FFF2-40B4-BE49-F238E27FC236}">
                <a16:creationId xmlns:a16="http://schemas.microsoft.com/office/drawing/2014/main" id="{FC13B4EF-CA23-48EC-9606-C2C9DE4788AE}"/>
              </a:ext>
            </a:extLst>
          </p:cNvPr>
          <p:cNvSpPr>
            <a:spLocks xmlns:a="http://schemas.openxmlformats.org/drawingml/2006/main" noGrp="1"/>
          </p:cNvSpPr>
          <p:nvPr/>
        </p:nvSpPr>
        <p:spPr>
          <a:xfrm xmlns:a="http://schemas.openxmlformats.org/drawingml/2006/main">
            <a:off x="2476500" y="333375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calls</a:t>
            </a:r>
          </a:p>
        </p:txBody>
      </p:sp>
      <p:sp>
        <p:nvSpPr>
          <p:cNvPr id="15" name="">
            <a:extLst xmlns:a="http://schemas.openxmlformats.org/drawingml/2006/main">
              <a:ext uri="{FF2B5EF4-FFF2-40B4-BE49-F238E27FC236}">
                <a16:creationId xmlns:a16="http://schemas.microsoft.com/office/drawing/2014/main" id="{337CA46A-443B-48C3-A6C2-430C6F3A155E}"/>
              </a:ext>
            </a:extLst>
          </p:cNvPr>
          <p:cNvSpPr>
            <a:spLocks xmlns:a="http://schemas.openxmlformats.org/drawingml/2006/main" noGrp="1"/>
          </p:cNvSpPr>
          <p:nvPr/>
        </p:nvSpPr>
        <p:spPr>
          <a:xfrm xmlns:a="http://schemas.openxmlformats.org/drawingml/2006/main">
            <a:off x="7905750" y="1714500"/>
            <a:ext cx="366712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6" name="">
            <a:extLst xmlns:a="http://schemas.openxmlformats.org/drawingml/2006/main">
              <a:ext uri="{FF2B5EF4-FFF2-40B4-BE49-F238E27FC236}">
                <a16:creationId xmlns:a16="http://schemas.microsoft.com/office/drawing/2014/main" id="{3CEA005E-8B5F-43C2-A2FF-36F59BDA17C4}"/>
              </a:ext>
            </a:extLst>
          </p:cNvPr>
          <p:cNvSpPr>
            <a:spLocks xmlns:a="http://schemas.openxmlformats.org/drawingml/2006/main" noGrp="1"/>
          </p:cNvSpPr>
          <p:nvPr/>
        </p:nvSpPr>
        <p:spPr>
          <a:xfrm xmlns:a="http://schemas.openxmlformats.org/drawingml/2006/main">
            <a:off x="7981950" y="1828800"/>
            <a:ext cx="3514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BookingRequestLock</a:t>
            </a:r>
          </a:p>
        </p:txBody>
      </p:sp>
      <p:cxnSp>
        <p:nvCxnSpPr>
          <p:cNvPr id="17" name="">
            <a:extLst xmlns:a="http://schemas.openxmlformats.org/drawingml/2006/main">
              <a:ext uri="{FF2B5EF4-FFF2-40B4-BE49-F238E27FC236}">
                <a16:creationId xmlns:a16="http://schemas.microsoft.com/office/drawing/2014/main" id="{FB52FDCF-8314-45A8-AD3F-D56F34409555}"/>
              </a:ext>
            </a:extLst>
          </p:cNvPr>
          <p:cNvCxnSpPr/>
          <p:nvPr/>
        </p:nvCxnSpPr>
        <p:spPr>
          <a:xfrm xmlns:a="http://schemas.openxmlformats.org/drawingml/2006/main" flipH="0" flipV="0">
            <a:off x="7905750" y="2209800"/>
            <a:ext cx="3667125" cy="0"/>
          </a:xfrm>
          <a:prstGeom xmlns:a="http://schemas.openxmlformats.org/drawingml/2006/main" prst="straightConnector1">
            <a:avLst/>
          </a:prstGeom>
          <a:ln xmlns:a="http://schemas.openxmlformats.org/drawingml/2006/main" w="15240">
            <a:solidFill>
              <a:srgbClr val="173042"/>
            </a:solidFill>
            <a:prstDash val="solid"/>
          </a:ln>
        </p:spPr>
      </p:cxnSp>
      <p:sp>
        <p:nvSpPr>
          <p:cNvPr id="18" name="">
            <a:extLst xmlns:a="http://schemas.openxmlformats.org/drawingml/2006/main">
              <a:ext uri="{FF2B5EF4-FFF2-40B4-BE49-F238E27FC236}">
                <a16:creationId xmlns:a16="http://schemas.microsoft.com/office/drawing/2014/main" id="{462A4976-B303-44B2-A49E-C160A4571F5A}"/>
              </a:ext>
            </a:extLst>
          </p:cNvPr>
          <p:cNvSpPr>
            <a:spLocks xmlns:a="http://schemas.openxmlformats.org/drawingml/2006/main" noGrp="1"/>
          </p:cNvSpPr>
          <p:nvPr/>
        </p:nvSpPr>
        <p:spPr>
          <a:xfrm xmlns:a="http://schemas.openxmlformats.org/drawingml/2006/main">
            <a:off x="8020050" y="2286000"/>
            <a:ext cx="3438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acquire(user, key)</a:t>
            </a:r>
          </a:p>
        </p:txBody>
      </p:sp>
      <p:cxnSp>
        <p:nvCxnSpPr>
          <p:cNvPr id="19" name="">
            <a:extLst xmlns:a="http://schemas.openxmlformats.org/drawingml/2006/main">
              <a:ext uri="{FF2B5EF4-FFF2-40B4-BE49-F238E27FC236}">
                <a16:creationId xmlns:a16="http://schemas.microsoft.com/office/drawing/2014/main" id="{C0EC5C0F-EDBA-4C3A-892E-4BB7A00DDEFC}"/>
              </a:ext>
            </a:extLst>
          </p:cNvPr>
          <p:cNvCxnSpPr/>
          <p:nvPr/>
        </p:nvCxnSpPr>
        <p:spPr>
          <a:xfrm xmlns:a="http://schemas.openxmlformats.org/drawingml/2006/main" flipH="0" flipV="0">
            <a:off x="4038600" y="4857750"/>
            <a:ext cx="215265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20" name="">
            <a:extLst xmlns:a="http://schemas.openxmlformats.org/drawingml/2006/main">
              <a:ext uri="{FF2B5EF4-FFF2-40B4-BE49-F238E27FC236}">
                <a16:creationId xmlns:a16="http://schemas.microsoft.com/office/drawing/2014/main" id="{981FE838-30A7-4A44-A646-6A8750E49FF4}"/>
              </a:ext>
            </a:extLst>
          </p:cNvPr>
          <p:cNvCxnSpPr/>
          <p:nvPr/>
        </p:nvCxnSpPr>
        <p:spPr>
          <a:xfrm xmlns:a="http://schemas.openxmlformats.org/drawingml/2006/main" flipH="0" flipV="1">
            <a:off x="6191250" y="2238375"/>
            <a:ext cx="0" cy="2619375"/>
          </a:xfrm>
          <a:prstGeom xmlns:a="http://schemas.openxmlformats.org/drawingml/2006/main" prst="straightConnector1">
            <a:avLst/>
          </a:prstGeom>
          <a:ln xmlns:a="http://schemas.openxmlformats.org/drawingml/2006/main" w="15240">
            <a:solidFill>
              <a:srgbClr val="173042"/>
            </a:solidFill>
            <a:prstDash val="dash"/>
          </a:ln>
        </p:spPr>
      </p:cxnSp>
      <p:cxnSp>
        <p:nvCxnSpPr>
          <p:cNvPr id="21" name="">
            <a:extLst xmlns:a="http://schemas.openxmlformats.org/drawingml/2006/main">
              <a:ext uri="{FF2B5EF4-FFF2-40B4-BE49-F238E27FC236}">
                <a16:creationId xmlns:a16="http://schemas.microsoft.com/office/drawing/2014/main" id="{82A7D605-DF64-443B-8306-002E460CC0F9}"/>
              </a:ext>
            </a:extLst>
          </p:cNvPr>
          <p:cNvCxnSpPr/>
          <p:nvPr/>
        </p:nvCxnSpPr>
        <p:spPr>
          <a:xfrm xmlns:a="http://schemas.openxmlformats.org/drawingml/2006/main" flipH="0" flipV="0">
            <a:off x="6191250" y="2238375"/>
            <a:ext cx="1714500"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22" name="">
            <a:extLst xmlns:a="http://schemas.openxmlformats.org/drawingml/2006/main">
              <a:ext uri="{FF2B5EF4-FFF2-40B4-BE49-F238E27FC236}">
                <a16:creationId xmlns:a16="http://schemas.microsoft.com/office/drawing/2014/main" id="{7DFCD50C-54A6-4879-9552-493F6DBAF2AC}"/>
              </a:ext>
            </a:extLst>
          </p:cNvPr>
          <p:cNvSpPr>
            <a:spLocks xmlns:a="http://schemas.openxmlformats.org/drawingml/2006/main" noGrp="1"/>
          </p:cNvSpPr>
          <p:nvPr/>
        </p:nvSpPr>
        <p:spPr>
          <a:xfrm xmlns:a="http://schemas.openxmlformats.org/drawingml/2006/main">
            <a:off x="7905750" y="3143250"/>
            <a:ext cx="366712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3" name="">
            <a:extLst xmlns:a="http://schemas.openxmlformats.org/drawingml/2006/main">
              <a:ext uri="{FF2B5EF4-FFF2-40B4-BE49-F238E27FC236}">
                <a16:creationId xmlns:a16="http://schemas.microsoft.com/office/drawing/2014/main" id="{ABB8085A-3FCD-40F7-9AD7-21FA80498667}"/>
              </a:ext>
            </a:extLst>
          </p:cNvPr>
          <p:cNvSpPr>
            <a:spLocks xmlns:a="http://schemas.openxmlformats.org/drawingml/2006/main" noGrp="1"/>
          </p:cNvSpPr>
          <p:nvPr/>
        </p:nvSpPr>
        <p:spPr>
          <a:xfrm xmlns:a="http://schemas.openxmlformats.org/drawingml/2006/main">
            <a:off x="7981950" y="3257550"/>
            <a:ext cx="3514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BookingInfoValidator</a:t>
            </a:r>
          </a:p>
        </p:txBody>
      </p:sp>
      <p:cxnSp>
        <p:nvCxnSpPr>
          <p:cNvPr id="24" name="">
            <a:extLst xmlns:a="http://schemas.openxmlformats.org/drawingml/2006/main">
              <a:ext uri="{FF2B5EF4-FFF2-40B4-BE49-F238E27FC236}">
                <a16:creationId xmlns:a16="http://schemas.microsoft.com/office/drawing/2014/main" id="{BEF4AE5C-4382-4103-8DBE-800C39C756DD}"/>
              </a:ext>
            </a:extLst>
          </p:cNvPr>
          <p:cNvCxnSpPr/>
          <p:nvPr/>
        </p:nvCxnSpPr>
        <p:spPr>
          <a:xfrm xmlns:a="http://schemas.openxmlformats.org/drawingml/2006/main" flipH="0" flipV="0">
            <a:off x="7905750" y="3638550"/>
            <a:ext cx="3667125" cy="0"/>
          </a:xfrm>
          <a:prstGeom xmlns:a="http://schemas.openxmlformats.org/drawingml/2006/main" prst="straightConnector1">
            <a:avLst/>
          </a:prstGeom>
          <a:ln xmlns:a="http://schemas.openxmlformats.org/drawingml/2006/main" w="15240">
            <a:solidFill>
              <a:srgbClr val="173042"/>
            </a:solidFill>
            <a:prstDash val="solid"/>
          </a:ln>
        </p:spPr>
      </p:cxnSp>
      <p:sp>
        <p:nvSpPr>
          <p:cNvPr id="25" name="">
            <a:extLst xmlns:a="http://schemas.openxmlformats.org/drawingml/2006/main">
              <a:ext uri="{FF2B5EF4-FFF2-40B4-BE49-F238E27FC236}">
                <a16:creationId xmlns:a16="http://schemas.microsoft.com/office/drawing/2014/main" id="{701CF025-2E8F-4CDE-89B1-8C47DE5B101E}"/>
              </a:ext>
            </a:extLst>
          </p:cNvPr>
          <p:cNvSpPr>
            <a:spLocks xmlns:a="http://schemas.openxmlformats.org/drawingml/2006/main" noGrp="1"/>
          </p:cNvSpPr>
          <p:nvPr/>
        </p:nvSpPr>
        <p:spPr>
          <a:xfrm xmlns:a="http://schemas.openxmlformats.org/drawingml/2006/main">
            <a:off x="8020050" y="3714750"/>
            <a:ext cx="3438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validate(requirements, info)</a:t>
            </a:r>
          </a:p>
        </p:txBody>
      </p:sp>
      <p:cxnSp>
        <p:nvCxnSpPr>
          <p:cNvPr id="26" name="">
            <a:extLst xmlns:a="http://schemas.openxmlformats.org/drawingml/2006/main">
              <a:ext uri="{FF2B5EF4-FFF2-40B4-BE49-F238E27FC236}">
                <a16:creationId xmlns:a16="http://schemas.microsoft.com/office/drawing/2014/main" id="{C62E9FB4-3302-4522-A45E-217E4EF74B83}"/>
              </a:ext>
            </a:extLst>
          </p:cNvPr>
          <p:cNvCxnSpPr/>
          <p:nvPr/>
        </p:nvCxnSpPr>
        <p:spPr>
          <a:xfrm xmlns:a="http://schemas.openxmlformats.org/drawingml/2006/main" flipH="0" flipV="0">
            <a:off x="4038600" y="4857750"/>
            <a:ext cx="215265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27" name="">
            <a:extLst xmlns:a="http://schemas.openxmlformats.org/drawingml/2006/main">
              <a:ext uri="{FF2B5EF4-FFF2-40B4-BE49-F238E27FC236}">
                <a16:creationId xmlns:a16="http://schemas.microsoft.com/office/drawing/2014/main" id="{1327306C-72D1-4F10-9318-1AB42E119A0B}"/>
              </a:ext>
            </a:extLst>
          </p:cNvPr>
          <p:cNvCxnSpPr/>
          <p:nvPr/>
        </p:nvCxnSpPr>
        <p:spPr>
          <a:xfrm xmlns:a="http://schemas.openxmlformats.org/drawingml/2006/main" flipH="0" flipV="1">
            <a:off x="6191250" y="3667125"/>
            <a:ext cx="0" cy="1190625"/>
          </a:xfrm>
          <a:prstGeom xmlns:a="http://schemas.openxmlformats.org/drawingml/2006/main" prst="straightConnector1">
            <a:avLst/>
          </a:prstGeom>
          <a:ln xmlns:a="http://schemas.openxmlformats.org/drawingml/2006/main" w="15240">
            <a:solidFill>
              <a:srgbClr val="173042"/>
            </a:solidFill>
            <a:prstDash val="dash"/>
          </a:ln>
        </p:spPr>
      </p:cxnSp>
      <p:cxnSp>
        <p:nvCxnSpPr>
          <p:cNvPr id="28" name="">
            <a:extLst xmlns:a="http://schemas.openxmlformats.org/drawingml/2006/main">
              <a:ext uri="{FF2B5EF4-FFF2-40B4-BE49-F238E27FC236}">
                <a16:creationId xmlns:a16="http://schemas.microsoft.com/office/drawing/2014/main" id="{45FFFE83-3798-4271-851B-2BF37BBF8E86}"/>
              </a:ext>
            </a:extLst>
          </p:cNvPr>
          <p:cNvCxnSpPr/>
          <p:nvPr/>
        </p:nvCxnSpPr>
        <p:spPr>
          <a:xfrm xmlns:a="http://schemas.openxmlformats.org/drawingml/2006/main" flipH="0" flipV="0">
            <a:off x="6191250" y="3667125"/>
            <a:ext cx="1714500"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29" name="">
            <a:extLst xmlns:a="http://schemas.openxmlformats.org/drawingml/2006/main">
              <a:ext uri="{FF2B5EF4-FFF2-40B4-BE49-F238E27FC236}">
                <a16:creationId xmlns:a16="http://schemas.microsoft.com/office/drawing/2014/main" id="{C157252F-F667-46A2-8E0C-D3A8E8465ECE}"/>
              </a:ext>
            </a:extLst>
          </p:cNvPr>
          <p:cNvSpPr>
            <a:spLocks xmlns:a="http://schemas.openxmlformats.org/drawingml/2006/main" noGrp="1"/>
          </p:cNvSpPr>
          <p:nvPr/>
        </p:nvSpPr>
        <p:spPr>
          <a:xfrm xmlns:a="http://schemas.openxmlformats.org/drawingml/2006/main">
            <a:off x="7905750" y="4572000"/>
            <a:ext cx="366712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30" name="">
            <a:extLst xmlns:a="http://schemas.openxmlformats.org/drawingml/2006/main">
              <a:ext uri="{FF2B5EF4-FFF2-40B4-BE49-F238E27FC236}">
                <a16:creationId xmlns:a16="http://schemas.microsoft.com/office/drawing/2014/main" id="{9E49AB3D-C802-43DB-9EB4-6E5A2FBDC8E7}"/>
              </a:ext>
            </a:extLst>
          </p:cNvPr>
          <p:cNvSpPr>
            <a:spLocks xmlns:a="http://schemas.openxmlformats.org/drawingml/2006/main" noGrp="1"/>
          </p:cNvSpPr>
          <p:nvPr/>
        </p:nvSpPr>
        <p:spPr>
          <a:xfrm xmlns:a="http://schemas.openxmlformats.org/drawingml/2006/main">
            <a:off x="7981950" y="4686300"/>
            <a:ext cx="3514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BookingRepository</a:t>
            </a:r>
          </a:p>
        </p:txBody>
      </p:sp>
      <p:cxnSp>
        <p:nvCxnSpPr>
          <p:cNvPr id="31" name="">
            <a:extLst xmlns:a="http://schemas.openxmlformats.org/drawingml/2006/main">
              <a:ext uri="{FF2B5EF4-FFF2-40B4-BE49-F238E27FC236}">
                <a16:creationId xmlns:a16="http://schemas.microsoft.com/office/drawing/2014/main" id="{B65D8ECF-B968-4211-8D0E-39FB830643B3}"/>
              </a:ext>
            </a:extLst>
          </p:cNvPr>
          <p:cNvCxnSpPr/>
          <p:nvPr/>
        </p:nvCxnSpPr>
        <p:spPr>
          <a:xfrm xmlns:a="http://schemas.openxmlformats.org/drawingml/2006/main" flipH="0" flipV="0">
            <a:off x="7905750" y="5067300"/>
            <a:ext cx="3667125" cy="0"/>
          </a:xfrm>
          <a:prstGeom xmlns:a="http://schemas.openxmlformats.org/drawingml/2006/main" prst="straightConnector1">
            <a:avLst/>
          </a:prstGeom>
          <a:ln xmlns:a="http://schemas.openxmlformats.org/drawingml/2006/main" w="15240">
            <a:solidFill>
              <a:srgbClr val="173042"/>
            </a:solidFill>
            <a:prstDash val="solid"/>
          </a:ln>
        </p:spPr>
      </p:cxnSp>
      <p:sp>
        <p:nvSpPr>
          <p:cNvPr id="32" name="">
            <a:extLst xmlns:a="http://schemas.openxmlformats.org/drawingml/2006/main">
              <a:ext uri="{FF2B5EF4-FFF2-40B4-BE49-F238E27FC236}">
                <a16:creationId xmlns:a16="http://schemas.microsoft.com/office/drawing/2014/main" id="{9BF6C815-737A-4650-BB82-B35D92318F3E}"/>
              </a:ext>
            </a:extLst>
          </p:cNvPr>
          <p:cNvSpPr>
            <a:spLocks xmlns:a="http://schemas.openxmlformats.org/drawingml/2006/main" noGrp="1"/>
          </p:cNvSpPr>
          <p:nvPr/>
        </p:nvSpPr>
        <p:spPr>
          <a:xfrm xmlns:a="http://schemas.openxmlformats.org/drawingml/2006/main">
            <a:off x="8020050" y="5143500"/>
            <a:ext cx="3438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saveAndFlush(booking)</a:t>
            </a:r>
          </a:p>
        </p:txBody>
      </p:sp>
      <p:cxnSp>
        <p:nvCxnSpPr>
          <p:cNvPr id="33" name="">
            <a:extLst xmlns:a="http://schemas.openxmlformats.org/drawingml/2006/main">
              <a:ext uri="{FF2B5EF4-FFF2-40B4-BE49-F238E27FC236}">
                <a16:creationId xmlns:a16="http://schemas.microsoft.com/office/drawing/2014/main" id="{8B40AEA9-79EA-4DF5-9A9D-320AAF8BBD4C}"/>
              </a:ext>
            </a:extLst>
          </p:cNvPr>
          <p:cNvCxnSpPr/>
          <p:nvPr/>
        </p:nvCxnSpPr>
        <p:spPr>
          <a:xfrm xmlns:a="http://schemas.openxmlformats.org/drawingml/2006/main" flipH="0" flipV="0">
            <a:off x="4038600" y="4857750"/>
            <a:ext cx="215265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4" name="">
            <a:extLst xmlns:a="http://schemas.openxmlformats.org/drawingml/2006/main">
              <a:ext uri="{FF2B5EF4-FFF2-40B4-BE49-F238E27FC236}">
                <a16:creationId xmlns:a16="http://schemas.microsoft.com/office/drawing/2014/main" id="{86C0AA48-2CF4-4DD5-834B-F8B288A5FCF6}"/>
              </a:ext>
            </a:extLst>
          </p:cNvPr>
          <p:cNvCxnSpPr/>
          <p:nvPr/>
        </p:nvCxnSpPr>
        <p:spPr>
          <a:xfrm xmlns:a="http://schemas.openxmlformats.org/drawingml/2006/main" flipH="0" flipV="0">
            <a:off x="6191250" y="4857750"/>
            <a:ext cx="0" cy="238125"/>
          </a:xfrm>
          <a:prstGeom xmlns:a="http://schemas.openxmlformats.org/drawingml/2006/main" prst="straightConnector1">
            <a:avLst/>
          </a:prstGeom>
          <a:ln xmlns:a="http://schemas.openxmlformats.org/drawingml/2006/main" w="15240">
            <a:solidFill>
              <a:srgbClr val="173042"/>
            </a:solidFill>
            <a:prstDash val="dash"/>
          </a:ln>
        </p:spPr>
      </p:cxnSp>
      <p:cxnSp>
        <p:nvCxnSpPr>
          <p:cNvPr id="35" name="">
            <a:extLst xmlns:a="http://schemas.openxmlformats.org/drawingml/2006/main">
              <a:ext uri="{FF2B5EF4-FFF2-40B4-BE49-F238E27FC236}">
                <a16:creationId xmlns:a16="http://schemas.microsoft.com/office/drawing/2014/main" id="{B7FEAA47-4BAC-4CB0-BFD6-1BD167644FC7}"/>
              </a:ext>
            </a:extLst>
          </p:cNvPr>
          <p:cNvCxnSpPr/>
          <p:nvPr/>
        </p:nvCxnSpPr>
        <p:spPr>
          <a:xfrm xmlns:a="http://schemas.openxmlformats.org/drawingml/2006/main" flipH="0" flipV="0">
            <a:off x="6191250" y="5095875"/>
            <a:ext cx="1714500"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36" name="">
            <a:extLst xmlns:a="http://schemas.openxmlformats.org/drawingml/2006/main">
              <a:ext uri="{FF2B5EF4-FFF2-40B4-BE49-F238E27FC236}">
                <a16:creationId xmlns:a16="http://schemas.microsoft.com/office/drawing/2014/main" id="{558963E5-2A20-4EBE-ABF5-A3358B2F0510}"/>
              </a:ext>
            </a:extLst>
          </p:cNvPr>
          <p:cNvSpPr>
            <a:spLocks xmlns:a="http://schemas.openxmlformats.org/drawingml/2006/main" noGrp="1"/>
          </p:cNvSpPr>
          <p:nvPr/>
        </p:nvSpPr>
        <p:spPr>
          <a:xfrm xmlns:a="http://schemas.openxmlformats.org/drawingml/2006/main">
            <a:off x="609600" y="59436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Other collaborators: EventAccessService, TicketReservationService, ApplicationEventPublisher.</a:t>
            </a:r>
          </a:p>
        </p:txBody>
      </p:sp>
      <p:cxnSp>
        <p:nvCxnSpPr>
          <p:cNvPr id="38" name="Footer rule">
            <a:extLst xmlns:a="http://schemas.openxmlformats.org/drawingml/2006/main">
              <a:ext uri="{FF2B5EF4-FFF2-40B4-BE49-F238E27FC236}">
                <a16:creationId xmlns:a16="http://schemas.microsoft.com/office/drawing/2014/main" id="{D53F23B0-E494-41DD-8CFB-F80A9618C977}"/>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5100691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2307368C-9FD0-4852-80F5-39FCFAA22A5E}"/>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F2839D10-FC01-4AD6-9BCB-9DD226B40ADB}"/>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Booking transaction sequence</a:t>
            </a:r>
          </a:p>
        </p:txBody>
      </p:sp>
      <p:sp>
        <p:nvSpPr>
          <p:cNvPr id="3" name="">
            <a:extLst xmlns:a="http://schemas.openxmlformats.org/drawingml/2006/main">
              <a:ext uri="{FF2B5EF4-FFF2-40B4-BE49-F238E27FC236}">
                <a16:creationId xmlns:a16="http://schemas.microsoft.com/office/drawing/2014/main" id="{4FCFF728-8B1E-4506-AF32-D069ABE938A8}"/>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5E0E6919-F0E1-43F7-B294-D61ED0A3CC05}"/>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67D92717-4295-49A7-9A8E-8C7DFDDDFD54}"/>
              </a:ext>
            </a:extLst>
          </p:cNvPr>
          <p:cNvSpPr>
            <a:spLocks xmlns:a="http://schemas.openxmlformats.org/drawingml/2006/main" noGrp="1"/>
          </p:cNvSpPr>
          <p:nvPr/>
        </p:nvSpPr>
        <p:spPr>
          <a:xfrm xmlns:a="http://schemas.openxmlformats.org/drawingml/2006/main">
            <a:off x="571500" y="1666875"/>
            <a:ext cx="1905000" cy="6191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4BF80D44-F624-4974-BD25-A12F791CFFBC}"/>
              </a:ext>
            </a:extLst>
          </p:cNvPr>
          <p:cNvSpPr>
            <a:spLocks xmlns:a="http://schemas.openxmlformats.org/drawingml/2006/main" noGrp="1"/>
          </p:cNvSpPr>
          <p:nvPr/>
        </p:nvSpPr>
        <p:spPr>
          <a:xfrm xmlns:a="http://schemas.openxmlformats.org/drawingml/2006/main">
            <a:off x="609600" y="1781175"/>
            <a:ext cx="1828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173042"/>
                </a:solidFill>
                <a:latin typeface="Arial"/>
                <a:ea typeface="Arial"/>
                <a:cs typeface="Arial"/>
              </a:defRPr>
            </a:defPPr>
            <a:lvl1pPr algn="ctr">
              <a:buNone/>
              <a:defRPr sz="1200" b="1">
                <a:solidFill>
                  <a:srgbClr val="173042"/>
                </a:solidFill>
                <a:latin typeface="Arial"/>
                <a:ea typeface="Arial"/>
                <a:cs typeface="Arial"/>
              </a:defRPr>
            </a:lvl1pPr>
            <a:lvl2pPr algn="ctr">
              <a:buNone/>
              <a:defRPr sz="1200" b="1">
                <a:solidFill>
                  <a:srgbClr val="173042"/>
                </a:solidFill>
                <a:latin typeface="Arial"/>
                <a:ea typeface="Arial"/>
                <a:cs typeface="Arial"/>
              </a:defRPr>
            </a:lvl2pPr>
            <a:lvl3pPr algn="ctr">
              <a:buNone/>
              <a:defRPr sz="1200" b="1">
                <a:solidFill>
                  <a:srgbClr val="173042"/>
                </a:solidFill>
                <a:latin typeface="Arial"/>
                <a:ea typeface="Arial"/>
                <a:cs typeface="Arial"/>
              </a:defRPr>
            </a:lvl3pPr>
            <a:lvl4pPr algn="ctr">
              <a:buNone/>
              <a:defRPr sz="1200" b="1">
                <a:solidFill>
                  <a:srgbClr val="173042"/>
                </a:solidFill>
                <a:latin typeface="Arial"/>
                <a:ea typeface="Arial"/>
                <a:cs typeface="Arial"/>
              </a:defRPr>
            </a:lvl4pPr>
            <a:lvl5pPr algn="ctr">
              <a:buNone/>
              <a:defRPr sz="1200" b="1">
                <a:solidFill>
                  <a:srgbClr val="173042"/>
                </a:solidFill>
                <a:latin typeface="Arial"/>
                <a:ea typeface="Arial"/>
                <a:cs typeface="Arial"/>
              </a:defRPr>
            </a:lvl5pPr>
            <a:lvl6pPr algn="ctr">
              <a:buNone/>
              <a:defRPr sz="1200" b="1">
                <a:solidFill>
                  <a:srgbClr val="173042"/>
                </a:solidFill>
                <a:latin typeface="Arial"/>
                <a:ea typeface="Arial"/>
                <a:cs typeface="Arial"/>
              </a:defRPr>
            </a:lvl6pPr>
            <a:lvl7pPr algn="ctr">
              <a:buNone/>
              <a:defRPr sz="1200" b="1">
                <a:solidFill>
                  <a:srgbClr val="173042"/>
                </a:solidFill>
                <a:latin typeface="Arial"/>
                <a:ea typeface="Arial"/>
                <a:cs typeface="Arial"/>
              </a:defRPr>
            </a:lvl7pPr>
            <a:lvl8pPr algn="ctr">
              <a:buNone/>
              <a:defRPr sz="1200" b="1">
                <a:solidFill>
                  <a:srgbClr val="173042"/>
                </a:solidFill>
                <a:latin typeface="Arial"/>
                <a:ea typeface="Arial"/>
                <a:cs typeface="Arial"/>
              </a:defRPr>
            </a:lvl8pPr>
            <a:lvl9pPr algn="ctr">
              <a:buNone/>
              <a:defRPr sz="1200" b="1">
                <a:solidFill>
                  <a:srgbClr val="173042"/>
                </a:solidFill>
                <a:latin typeface="Arial"/>
                <a:ea typeface="Arial"/>
                <a:cs typeface="Arial"/>
              </a:defRPr>
            </a:lvl9pPr>
          </a:lstStyle>
          <a:p xmlns:a="http://schemas.openxmlformats.org/drawingml/2006/main">
            <a:pPr algn="ctr">
              <a:buNone/>
              <a:defRPr sz="1200" b="1">
                <a:solidFill>
                  <a:srgbClr val="173042"/>
                </a:solidFill>
                <a:latin typeface="Arial"/>
                <a:ea typeface="Arial"/>
                <a:cs typeface="Arial"/>
              </a:defRPr>
            </a:pPr>
            <a:r>
              <a:rPr sz="1200" b="1">
                <a:solidFill>
                  <a:srgbClr val="173042"/>
                </a:solidFill>
                <a:latin typeface="Arial"/>
                <a:ea typeface="Arial"/>
                <a:cs typeface="Arial"/>
              </a:rPr>
              <a:t>:BookingController</a:t>
            </a:r>
          </a:p>
        </p:txBody>
      </p:sp>
      <p:cxnSp>
        <p:nvCxnSpPr>
          <p:cNvPr id="7" name="">
            <a:extLst xmlns:a="http://schemas.openxmlformats.org/drawingml/2006/main">
              <a:ext uri="{FF2B5EF4-FFF2-40B4-BE49-F238E27FC236}">
                <a16:creationId xmlns:a16="http://schemas.microsoft.com/office/drawing/2014/main" id="{9AE3CCBA-5B96-4F6C-84B9-61E2C7D484C9}"/>
              </a:ext>
            </a:extLst>
          </p:cNvPr>
          <p:cNvCxnSpPr/>
          <p:nvPr/>
        </p:nvCxnSpPr>
        <p:spPr>
          <a:xfrm xmlns:a="http://schemas.openxmlformats.org/drawingml/2006/main" flipH="0" flipV="0">
            <a:off x="1524000" y="2286000"/>
            <a:ext cx="0" cy="3571875"/>
          </a:xfrm>
          <a:prstGeom xmlns:a="http://schemas.openxmlformats.org/drawingml/2006/main" prst="straightConnector1">
            <a:avLst/>
          </a:prstGeom>
          <a:ln xmlns:a="http://schemas.openxmlformats.org/drawingml/2006/main" w="15240">
            <a:solidFill>
              <a:srgbClr val="173042"/>
            </a:solidFill>
            <a:prstDash val="dash"/>
          </a:ln>
        </p:spPr>
      </p:cxnSp>
      <p:sp>
        <p:nvSpPr>
          <p:cNvPr id="8" name="">
            <a:extLst xmlns:a="http://schemas.openxmlformats.org/drawingml/2006/main">
              <a:ext uri="{FF2B5EF4-FFF2-40B4-BE49-F238E27FC236}">
                <a16:creationId xmlns:a16="http://schemas.microsoft.com/office/drawing/2014/main" id="{29652E14-D26E-4385-BD18-3262CBE9BCF1}"/>
              </a:ext>
            </a:extLst>
          </p:cNvPr>
          <p:cNvSpPr>
            <a:spLocks xmlns:a="http://schemas.openxmlformats.org/drawingml/2006/main" noGrp="1"/>
          </p:cNvSpPr>
          <p:nvPr/>
        </p:nvSpPr>
        <p:spPr>
          <a:xfrm xmlns:a="http://schemas.openxmlformats.org/drawingml/2006/main">
            <a:off x="2857500" y="1666875"/>
            <a:ext cx="1905000" cy="6191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9" name="">
            <a:extLst xmlns:a="http://schemas.openxmlformats.org/drawingml/2006/main">
              <a:ext uri="{FF2B5EF4-FFF2-40B4-BE49-F238E27FC236}">
                <a16:creationId xmlns:a16="http://schemas.microsoft.com/office/drawing/2014/main" id="{CA1A0E5D-33B2-4EC6-BFF2-A68EC668FD2C}"/>
              </a:ext>
            </a:extLst>
          </p:cNvPr>
          <p:cNvSpPr>
            <a:spLocks xmlns:a="http://schemas.openxmlformats.org/drawingml/2006/main" noGrp="1"/>
          </p:cNvSpPr>
          <p:nvPr/>
        </p:nvSpPr>
        <p:spPr>
          <a:xfrm xmlns:a="http://schemas.openxmlformats.org/drawingml/2006/main">
            <a:off x="2895600" y="1781175"/>
            <a:ext cx="1828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173042"/>
                </a:solidFill>
                <a:latin typeface="Arial"/>
                <a:ea typeface="Arial"/>
                <a:cs typeface="Arial"/>
              </a:defRPr>
            </a:defPPr>
            <a:lvl1pPr algn="ctr">
              <a:buNone/>
              <a:defRPr sz="1200" b="1">
                <a:solidFill>
                  <a:srgbClr val="173042"/>
                </a:solidFill>
                <a:latin typeface="Arial"/>
                <a:ea typeface="Arial"/>
                <a:cs typeface="Arial"/>
              </a:defRPr>
            </a:lvl1pPr>
            <a:lvl2pPr algn="ctr">
              <a:buNone/>
              <a:defRPr sz="1200" b="1">
                <a:solidFill>
                  <a:srgbClr val="173042"/>
                </a:solidFill>
                <a:latin typeface="Arial"/>
                <a:ea typeface="Arial"/>
                <a:cs typeface="Arial"/>
              </a:defRPr>
            </a:lvl2pPr>
            <a:lvl3pPr algn="ctr">
              <a:buNone/>
              <a:defRPr sz="1200" b="1">
                <a:solidFill>
                  <a:srgbClr val="173042"/>
                </a:solidFill>
                <a:latin typeface="Arial"/>
                <a:ea typeface="Arial"/>
                <a:cs typeface="Arial"/>
              </a:defRPr>
            </a:lvl3pPr>
            <a:lvl4pPr algn="ctr">
              <a:buNone/>
              <a:defRPr sz="1200" b="1">
                <a:solidFill>
                  <a:srgbClr val="173042"/>
                </a:solidFill>
                <a:latin typeface="Arial"/>
                <a:ea typeface="Arial"/>
                <a:cs typeface="Arial"/>
              </a:defRPr>
            </a:lvl4pPr>
            <a:lvl5pPr algn="ctr">
              <a:buNone/>
              <a:defRPr sz="1200" b="1">
                <a:solidFill>
                  <a:srgbClr val="173042"/>
                </a:solidFill>
                <a:latin typeface="Arial"/>
                <a:ea typeface="Arial"/>
                <a:cs typeface="Arial"/>
              </a:defRPr>
            </a:lvl5pPr>
            <a:lvl6pPr algn="ctr">
              <a:buNone/>
              <a:defRPr sz="1200" b="1">
                <a:solidFill>
                  <a:srgbClr val="173042"/>
                </a:solidFill>
                <a:latin typeface="Arial"/>
                <a:ea typeface="Arial"/>
                <a:cs typeface="Arial"/>
              </a:defRPr>
            </a:lvl6pPr>
            <a:lvl7pPr algn="ctr">
              <a:buNone/>
              <a:defRPr sz="1200" b="1">
                <a:solidFill>
                  <a:srgbClr val="173042"/>
                </a:solidFill>
                <a:latin typeface="Arial"/>
                <a:ea typeface="Arial"/>
                <a:cs typeface="Arial"/>
              </a:defRPr>
            </a:lvl7pPr>
            <a:lvl8pPr algn="ctr">
              <a:buNone/>
              <a:defRPr sz="1200" b="1">
                <a:solidFill>
                  <a:srgbClr val="173042"/>
                </a:solidFill>
                <a:latin typeface="Arial"/>
                <a:ea typeface="Arial"/>
                <a:cs typeface="Arial"/>
              </a:defRPr>
            </a:lvl8pPr>
            <a:lvl9pPr algn="ctr">
              <a:buNone/>
              <a:defRPr sz="1200" b="1">
                <a:solidFill>
                  <a:srgbClr val="173042"/>
                </a:solidFill>
                <a:latin typeface="Arial"/>
                <a:ea typeface="Arial"/>
                <a:cs typeface="Arial"/>
              </a:defRPr>
            </a:lvl9pPr>
          </a:lstStyle>
          <a:p xmlns:a="http://schemas.openxmlformats.org/drawingml/2006/main">
            <a:pPr algn="ctr">
              <a:buNone/>
              <a:defRPr sz="1200" b="1">
                <a:solidFill>
                  <a:srgbClr val="173042"/>
                </a:solidFill>
                <a:latin typeface="Arial"/>
                <a:ea typeface="Arial"/>
                <a:cs typeface="Arial"/>
              </a:defRPr>
            </a:pPr>
            <a:r>
              <a:rPr sz="1200" b="1">
                <a:solidFill>
                  <a:srgbClr val="173042"/>
                </a:solidFill>
                <a:latin typeface="Arial"/>
                <a:ea typeface="Arial"/>
                <a:cs typeface="Arial"/>
              </a:rPr>
              <a:t>:BookingService</a:t>
            </a:r>
          </a:p>
        </p:txBody>
      </p:sp>
      <p:cxnSp>
        <p:nvCxnSpPr>
          <p:cNvPr id="10" name="">
            <a:extLst xmlns:a="http://schemas.openxmlformats.org/drawingml/2006/main">
              <a:ext uri="{FF2B5EF4-FFF2-40B4-BE49-F238E27FC236}">
                <a16:creationId xmlns:a16="http://schemas.microsoft.com/office/drawing/2014/main" id="{4C334531-F470-4A10-9968-49263C7F2495}"/>
              </a:ext>
            </a:extLst>
          </p:cNvPr>
          <p:cNvCxnSpPr/>
          <p:nvPr/>
        </p:nvCxnSpPr>
        <p:spPr>
          <a:xfrm xmlns:a="http://schemas.openxmlformats.org/drawingml/2006/main" flipH="0" flipV="0">
            <a:off x="3810000" y="2286000"/>
            <a:ext cx="0" cy="3571875"/>
          </a:xfrm>
          <a:prstGeom xmlns:a="http://schemas.openxmlformats.org/drawingml/2006/main" prst="straightConnector1">
            <a:avLst/>
          </a:prstGeom>
          <a:ln xmlns:a="http://schemas.openxmlformats.org/drawingml/2006/main" w="15240">
            <a:solidFill>
              <a:srgbClr val="173042"/>
            </a:solidFill>
            <a:prstDash val="dash"/>
          </a:ln>
        </p:spPr>
      </p:cxnSp>
      <p:sp>
        <p:nvSpPr>
          <p:cNvPr id="11" name="">
            <a:extLst xmlns:a="http://schemas.openxmlformats.org/drawingml/2006/main">
              <a:ext uri="{FF2B5EF4-FFF2-40B4-BE49-F238E27FC236}">
                <a16:creationId xmlns:a16="http://schemas.microsoft.com/office/drawing/2014/main" id="{B93F4FFB-DD2C-4076-9357-85EEEBC533D5}"/>
              </a:ext>
            </a:extLst>
          </p:cNvPr>
          <p:cNvSpPr>
            <a:spLocks xmlns:a="http://schemas.openxmlformats.org/drawingml/2006/main" noGrp="1"/>
          </p:cNvSpPr>
          <p:nvPr/>
        </p:nvSpPr>
        <p:spPr>
          <a:xfrm xmlns:a="http://schemas.openxmlformats.org/drawingml/2006/main">
            <a:off x="5143500" y="1666875"/>
            <a:ext cx="1905000" cy="6191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2" name="">
            <a:extLst xmlns:a="http://schemas.openxmlformats.org/drawingml/2006/main">
              <a:ext uri="{FF2B5EF4-FFF2-40B4-BE49-F238E27FC236}">
                <a16:creationId xmlns:a16="http://schemas.microsoft.com/office/drawing/2014/main" id="{1E27CC29-A0F1-4062-AF90-0898E48E76B1}"/>
              </a:ext>
            </a:extLst>
          </p:cNvPr>
          <p:cNvSpPr>
            <a:spLocks xmlns:a="http://schemas.openxmlformats.org/drawingml/2006/main" noGrp="1"/>
          </p:cNvSpPr>
          <p:nvPr/>
        </p:nvSpPr>
        <p:spPr>
          <a:xfrm xmlns:a="http://schemas.openxmlformats.org/drawingml/2006/main">
            <a:off x="5181600" y="1781175"/>
            <a:ext cx="1828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173042"/>
                </a:solidFill>
                <a:latin typeface="Arial"/>
                <a:ea typeface="Arial"/>
                <a:cs typeface="Arial"/>
              </a:defRPr>
            </a:defPPr>
            <a:lvl1pPr algn="ctr">
              <a:buNone/>
              <a:defRPr sz="1200" b="1">
                <a:solidFill>
                  <a:srgbClr val="173042"/>
                </a:solidFill>
                <a:latin typeface="Arial"/>
                <a:ea typeface="Arial"/>
                <a:cs typeface="Arial"/>
              </a:defRPr>
            </a:lvl1pPr>
            <a:lvl2pPr algn="ctr">
              <a:buNone/>
              <a:defRPr sz="1200" b="1">
                <a:solidFill>
                  <a:srgbClr val="173042"/>
                </a:solidFill>
                <a:latin typeface="Arial"/>
                <a:ea typeface="Arial"/>
                <a:cs typeface="Arial"/>
              </a:defRPr>
            </a:lvl2pPr>
            <a:lvl3pPr algn="ctr">
              <a:buNone/>
              <a:defRPr sz="1200" b="1">
                <a:solidFill>
                  <a:srgbClr val="173042"/>
                </a:solidFill>
                <a:latin typeface="Arial"/>
                <a:ea typeface="Arial"/>
                <a:cs typeface="Arial"/>
              </a:defRPr>
            </a:lvl3pPr>
            <a:lvl4pPr algn="ctr">
              <a:buNone/>
              <a:defRPr sz="1200" b="1">
                <a:solidFill>
                  <a:srgbClr val="173042"/>
                </a:solidFill>
                <a:latin typeface="Arial"/>
                <a:ea typeface="Arial"/>
                <a:cs typeface="Arial"/>
              </a:defRPr>
            </a:lvl4pPr>
            <a:lvl5pPr algn="ctr">
              <a:buNone/>
              <a:defRPr sz="1200" b="1">
                <a:solidFill>
                  <a:srgbClr val="173042"/>
                </a:solidFill>
                <a:latin typeface="Arial"/>
                <a:ea typeface="Arial"/>
                <a:cs typeface="Arial"/>
              </a:defRPr>
            </a:lvl5pPr>
            <a:lvl6pPr algn="ctr">
              <a:buNone/>
              <a:defRPr sz="1200" b="1">
                <a:solidFill>
                  <a:srgbClr val="173042"/>
                </a:solidFill>
                <a:latin typeface="Arial"/>
                <a:ea typeface="Arial"/>
                <a:cs typeface="Arial"/>
              </a:defRPr>
            </a:lvl6pPr>
            <a:lvl7pPr algn="ctr">
              <a:buNone/>
              <a:defRPr sz="1200" b="1">
                <a:solidFill>
                  <a:srgbClr val="173042"/>
                </a:solidFill>
                <a:latin typeface="Arial"/>
                <a:ea typeface="Arial"/>
                <a:cs typeface="Arial"/>
              </a:defRPr>
            </a:lvl7pPr>
            <a:lvl8pPr algn="ctr">
              <a:buNone/>
              <a:defRPr sz="1200" b="1">
                <a:solidFill>
                  <a:srgbClr val="173042"/>
                </a:solidFill>
                <a:latin typeface="Arial"/>
                <a:ea typeface="Arial"/>
                <a:cs typeface="Arial"/>
              </a:defRPr>
            </a:lvl8pPr>
            <a:lvl9pPr algn="ctr">
              <a:buNone/>
              <a:defRPr sz="1200" b="1">
                <a:solidFill>
                  <a:srgbClr val="173042"/>
                </a:solidFill>
                <a:latin typeface="Arial"/>
                <a:ea typeface="Arial"/>
                <a:cs typeface="Arial"/>
              </a:defRPr>
            </a:lvl9pPr>
          </a:lstStyle>
          <a:p xmlns:a="http://schemas.openxmlformats.org/drawingml/2006/main">
            <a:pPr algn="ctr">
              <a:buNone/>
              <a:defRPr sz="1200" b="1">
                <a:solidFill>
                  <a:srgbClr val="173042"/>
                </a:solidFill>
                <a:latin typeface="Arial"/>
                <a:ea typeface="Arial"/>
                <a:cs typeface="Arial"/>
              </a:defRPr>
            </a:pPr>
            <a:r>
              <a:rPr sz="1200" b="1">
                <a:solidFill>
                  <a:srgbClr val="173042"/>
                </a:solidFill>
                <a:latin typeface="Arial"/>
                <a:ea typeface="Arial"/>
                <a:cs typeface="Arial"/>
              </a:rPr>
              <a:t>:EventAccessService</a:t>
            </a:r>
          </a:p>
        </p:txBody>
      </p:sp>
      <p:cxnSp>
        <p:nvCxnSpPr>
          <p:cNvPr id="13" name="">
            <a:extLst xmlns:a="http://schemas.openxmlformats.org/drawingml/2006/main">
              <a:ext uri="{FF2B5EF4-FFF2-40B4-BE49-F238E27FC236}">
                <a16:creationId xmlns:a16="http://schemas.microsoft.com/office/drawing/2014/main" id="{5FA34F88-173D-404B-B856-498FE73EA487}"/>
              </a:ext>
            </a:extLst>
          </p:cNvPr>
          <p:cNvCxnSpPr/>
          <p:nvPr/>
        </p:nvCxnSpPr>
        <p:spPr>
          <a:xfrm xmlns:a="http://schemas.openxmlformats.org/drawingml/2006/main" flipH="0" flipV="0">
            <a:off x="6096000" y="2286000"/>
            <a:ext cx="0" cy="3571875"/>
          </a:xfrm>
          <a:prstGeom xmlns:a="http://schemas.openxmlformats.org/drawingml/2006/main" prst="straightConnector1">
            <a:avLst/>
          </a:prstGeom>
          <a:ln xmlns:a="http://schemas.openxmlformats.org/drawingml/2006/main" w="15240">
            <a:solidFill>
              <a:srgbClr val="173042"/>
            </a:solidFill>
            <a:prstDash val="dash"/>
          </a:ln>
        </p:spPr>
      </p:cxnSp>
      <p:sp>
        <p:nvSpPr>
          <p:cNvPr id="14" name="">
            <a:extLst xmlns:a="http://schemas.openxmlformats.org/drawingml/2006/main">
              <a:ext uri="{FF2B5EF4-FFF2-40B4-BE49-F238E27FC236}">
                <a16:creationId xmlns:a16="http://schemas.microsoft.com/office/drawing/2014/main" id="{259FCE21-A8F7-4A06-BC46-B142A37DD6B7}"/>
              </a:ext>
            </a:extLst>
          </p:cNvPr>
          <p:cNvSpPr>
            <a:spLocks xmlns:a="http://schemas.openxmlformats.org/drawingml/2006/main" noGrp="1"/>
          </p:cNvSpPr>
          <p:nvPr/>
        </p:nvSpPr>
        <p:spPr>
          <a:xfrm xmlns:a="http://schemas.openxmlformats.org/drawingml/2006/main">
            <a:off x="7334250" y="1666875"/>
            <a:ext cx="2095500" cy="6191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5" name="">
            <a:extLst xmlns:a="http://schemas.openxmlformats.org/drawingml/2006/main">
              <a:ext uri="{FF2B5EF4-FFF2-40B4-BE49-F238E27FC236}">
                <a16:creationId xmlns:a16="http://schemas.microsoft.com/office/drawing/2014/main" id="{047C9413-ED02-4E0A-8AEF-80BE621E30E9}"/>
              </a:ext>
            </a:extLst>
          </p:cNvPr>
          <p:cNvSpPr>
            <a:spLocks xmlns:a="http://schemas.openxmlformats.org/drawingml/2006/main" noGrp="1"/>
          </p:cNvSpPr>
          <p:nvPr/>
        </p:nvSpPr>
        <p:spPr>
          <a:xfrm xmlns:a="http://schemas.openxmlformats.org/drawingml/2006/main">
            <a:off x="7372350" y="1781175"/>
            <a:ext cx="2019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173042"/>
                </a:solidFill>
                <a:latin typeface="Arial"/>
                <a:ea typeface="Arial"/>
                <a:cs typeface="Arial"/>
              </a:defRPr>
            </a:defPPr>
            <a:lvl1pPr algn="ctr">
              <a:buNone/>
              <a:defRPr sz="1200" b="1">
                <a:solidFill>
                  <a:srgbClr val="173042"/>
                </a:solidFill>
                <a:latin typeface="Arial"/>
                <a:ea typeface="Arial"/>
                <a:cs typeface="Arial"/>
              </a:defRPr>
            </a:lvl1pPr>
            <a:lvl2pPr algn="ctr">
              <a:buNone/>
              <a:defRPr sz="1200" b="1">
                <a:solidFill>
                  <a:srgbClr val="173042"/>
                </a:solidFill>
                <a:latin typeface="Arial"/>
                <a:ea typeface="Arial"/>
                <a:cs typeface="Arial"/>
              </a:defRPr>
            </a:lvl2pPr>
            <a:lvl3pPr algn="ctr">
              <a:buNone/>
              <a:defRPr sz="1200" b="1">
                <a:solidFill>
                  <a:srgbClr val="173042"/>
                </a:solidFill>
                <a:latin typeface="Arial"/>
                <a:ea typeface="Arial"/>
                <a:cs typeface="Arial"/>
              </a:defRPr>
            </a:lvl3pPr>
            <a:lvl4pPr algn="ctr">
              <a:buNone/>
              <a:defRPr sz="1200" b="1">
                <a:solidFill>
                  <a:srgbClr val="173042"/>
                </a:solidFill>
                <a:latin typeface="Arial"/>
                <a:ea typeface="Arial"/>
                <a:cs typeface="Arial"/>
              </a:defRPr>
            </a:lvl4pPr>
            <a:lvl5pPr algn="ctr">
              <a:buNone/>
              <a:defRPr sz="1200" b="1">
                <a:solidFill>
                  <a:srgbClr val="173042"/>
                </a:solidFill>
                <a:latin typeface="Arial"/>
                <a:ea typeface="Arial"/>
                <a:cs typeface="Arial"/>
              </a:defRPr>
            </a:lvl5pPr>
            <a:lvl6pPr algn="ctr">
              <a:buNone/>
              <a:defRPr sz="1200" b="1">
                <a:solidFill>
                  <a:srgbClr val="173042"/>
                </a:solidFill>
                <a:latin typeface="Arial"/>
                <a:ea typeface="Arial"/>
                <a:cs typeface="Arial"/>
              </a:defRPr>
            </a:lvl6pPr>
            <a:lvl7pPr algn="ctr">
              <a:buNone/>
              <a:defRPr sz="1200" b="1">
                <a:solidFill>
                  <a:srgbClr val="173042"/>
                </a:solidFill>
                <a:latin typeface="Arial"/>
                <a:ea typeface="Arial"/>
                <a:cs typeface="Arial"/>
              </a:defRPr>
            </a:lvl7pPr>
            <a:lvl8pPr algn="ctr">
              <a:buNone/>
              <a:defRPr sz="1200" b="1">
                <a:solidFill>
                  <a:srgbClr val="173042"/>
                </a:solidFill>
                <a:latin typeface="Arial"/>
                <a:ea typeface="Arial"/>
                <a:cs typeface="Arial"/>
              </a:defRPr>
            </a:lvl8pPr>
            <a:lvl9pPr algn="ctr">
              <a:buNone/>
              <a:defRPr sz="1200" b="1">
                <a:solidFill>
                  <a:srgbClr val="173042"/>
                </a:solidFill>
                <a:latin typeface="Arial"/>
                <a:ea typeface="Arial"/>
                <a:cs typeface="Arial"/>
              </a:defRPr>
            </a:lvl9pPr>
          </a:lstStyle>
          <a:p xmlns:a="http://schemas.openxmlformats.org/drawingml/2006/main">
            <a:pPr algn="ctr">
              <a:buNone/>
              <a:defRPr sz="1200" b="1">
                <a:solidFill>
                  <a:srgbClr val="173042"/>
                </a:solidFill>
                <a:latin typeface="Arial"/>
                <a:ea typeface="Arial"/>
                <a:cs typeface="Arial"/>
              </a:defRPr>
            </a:pPr>
            <a:r>
              <a:rPr sz="1200" b="1">
                <a:solidFill>
                  <a:srgbClr val="173042"/>
                </a:solidFill>
                <a:latin typeface="Arial"/>
                <a:ea typeface="Arial"/>
                <a:cs typeface="Arial"/>
              </a:rPr>
              <a:t>reservation:</a:t>
            </a:r>
          </a:p>
          <a:p xmlns:a="http://schemas.openxmlformats.org/drawingml/2006/main">
            <a:pPr algn="ctr">
              <a:buNone/>
              <a:defRPr sz="1200" b="1">
                <a:solidFill>
                  <a:srgbClr val="173042"/>
                </a:solidFill>
                <a:latin typeface="Arial"/>
                <a:ea typeface="Arial"/>
                <a:cs typeface="Arial"/>
              </a:defRPr>
            </a:pPr>
            <a:r>
              <a:rPr sz="1200" b="1">
                <a:solidFill>
                  <a:srgbClr val="173042"/>
                </a:solidFill>
                <a:latin typeface="Arial"/>
                <a:ea typeface="Arial"/>
                <a:cs typeface="Arial"/>
              </a:rPr>
              <a:t>TicketReservationService</a:t>
            </a:r>
          </a:p>
        </p:txBody>
      </p:sp>
      <p:cxnSp>
        <p:nvCxnSpPr>
          <p:cNvPr id="16" name="">
            <a:extLst xmlns:a="http://schemas.openxmlformats.org/drawingml/2006/main">
              <a:ext uri="{FF2B5EF4-FFF2-40B4-BE49-F238E27FC236}">
                <a16:creationId xmlns:a16="http://schemas.microsoft.com/office/drawing/2014/main" id="{18795054-8A49-42D5-A18C-689E7A784981}"/>
              </a:ext>
            </a:extLst>
          </p:cNvPr>
          <p:cNvCxnSpPr/>
          <p:nvPr/>
        </p:nvCxnSpPr>
        <p:spPr>
          <a:xfrm xmlns:a="http://schemas.openxmlformats.org/drawingml/2006/main" flipH="0" flipV="0">
            <a:off x="8382000" y="2286000"/>
            <a:ext cx="0" cy="3571875"/>
          </a:xfrm>
          <a:prstGeom xmlns:a="http://schemas.openxmlformats.org/drawingml/2006/main" prst="straightConnector1">
            <a:avLst/>
          </a:prstGeom>
          <a:ln xmlns:a="http://schemas.openxmlformats.org/drawingml/2006/main" w="15240">
            <a:solidFill>
              <a:srgbClr val="173042"/>
            </a:solidFill>
            <a:prstDash val="dash"/>
          </a:ln>
        </p:spPr>
      </p:cxnSp>
      <p:sp>
        <p:nvSpPr>
          <p:cNvPr id="17" name="">
            <a:extLst xmlns:a="http://schemas.openxmlformats.org/drawingml/2006/main">
              <a:ext uri="{FF2B5EF4-FFF2-40B4-BE49-F238E27FC236}">
                <a16:creationId xmlns:a16="http://schemas.microsoft.com/office/drawing/2014/main" id="{9AFA7AF9-C6AF-466B-9780-461802517948}"/>
              </a:ext>
            </a:extLst>
          </p:cNvPr>
          <p:cNvSpPr>
            <a:spLocks xmlns:a="http://schemas.openxmlformats.org/drawingml/2006/main" noGrp="1"/>
          </p:cNvSpPr>
          <p:nvPr/>
        </p:nvSpPr>
        <p:spPr>
          <a:xfrm xmlns:a="http://schemas.openxmlformats.org/drawingml/2006/main">
            <a:off x="9763125" y="1666875"/>
            <a:ext cx="1905000" cy="6191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8" name="">
            <a:extLst xmlns:a="http://schemas.openxmlformats.org/drawingml/2006/main">
              <a:ext uri="{FF2B5EF4-FFF2-40B4-BE49-F238E27FC236}">
                <a16:creationId xmlns:a16="http://schemas.microsoft.com/office/drawing/2014/main" id="{95A362D9-94DB-4233-91B8-15A5F134817E}"/>
              </a:ext>
            </a:extLst>
          </p:cNvPr>
          <p:cNvSpPr>
            <a:spLocks xmlns:a="http://schemas.openxmlformats.org/drawingml/2006/main" noGrp="1"/>
          </p:cNvSpPr>
          <p:nvPr/>
        </p:nvSpPr>
        <p:spPr>
          <a:xfrm xmlns:a="http://schemas.openxmlformats.org/drawingml/2006/main">
            <a:off x="9801225" y="1781175"/>
            <a:ext cx="1828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173042"/>
                </a:solidFill>
                <a:latin typeface="Arial"/>
                <a:ea typeface="Arial"/>
                <a:cs typeface="Arial"/>
              </a:defRPr>
            </a:defPPr>
            <a:lvl1pPr algn="ctr">
              <a:buNone/>
              <a:defRPr sz="1200" b="1">
                <a:solidFill>
                  <a:srgbClr val="173042"/>
                </a:solidFill>
                <a:latin typeface="Arial"/>
                <a:ea typeface="Arial"/>
                <a:cs typeface="Arial"/>
              </a:defRPr>
            </a:lvl1pPr>
            <a:lvl2pPr algn="ctr">
              <a:buNone/>
              <a:defRPr sz="1200" b="1">
                <a:solidFill>
                  <a:srgbClr val="173042"/>
                </a:solidFill>
                <a:latin typeface="Arial"/>
                <a:ea typeface="Arial"/>
                <a:cs typeface="Arial"/>
              </a:defRPr>
            </a:lvl2pPr>
            <a:lvl3pPr algn="ctr">
              <a:buNone/>
              <a:defRPr sz="1200" b="1">
                <a:solidFill>
                  <a:srgbClr val="173042"/>
                </a:solidFill>
                <a:latin typeface="Arial"/>
                <a:ea typeface="Arial"/>
                <a:cs typeface="Arial"/>
              </a:defRPr>
            </a:lvl3pPr>
            <a:lvl4pPr algn="ctr">
              <a:buNone/>
              <a:defRPr sz="1200" b="1">
                <a:solidFill>
                  <a:srgbClr val="173042"/>
                </a:solidFill>
                <a:latin typeface="Arial"/>
                <a:ea typeface="Arial"/>
                <a:cs typeface="Arial"/>
              </a:defRPr>
            </a:lvl4pPr>
            <a:lvl5pPr algn="ctr">
              <a:buNone/>
              <a:defRPr sz="1200" b="1">
                <a:solidFill>
                  <a:srgbClr val="173042"/>
                </a:solidFill>
                <a:latin typeface="Arial"/>
                <a:ea typeface="Arial"/>
                <a:cs typeface="Arial"/>
              </a:defRPr>
            </a:lvl5pPr>
            <a:lvl6pPr algn="ctr">
              <a:buNone/>
              <a:defRPr sz="1200" b="1">
                <a:solidFill>
                  <a:srgbClr val="173042"/>
                </a:solidFill>
                <a:latin typeface="Arial"/>
                <a:ea typeface="Arial"/>
                <a:cs typeface="Arial"/>
              </a:defRPr>
            </a:lvl6pPr>
            <a:lvl7pPr algn="ctr">
              <a:buNone/>
              <a:defRPr sz="1200" b="1">
                <a:solidFill>
                  <a:srgbClr val="173042"/>
                </a:solidFill>
                <a:latin typeface="Arial"/>
                <a:ea typeface="Arial"/>
                <a:cs typeface="Arial"/>
              </a:defRPr>
            </a:lvl7pPr>
            <a:lvl8pPr algn="ctr">
              <a:buNone/>
              <a:defRPr sz="1200" b="1">
                <a:solidFill>
                  <a:srgbClr val="173042"/>
                </a:solidFill>
                <a:latin typeface="Arial"/>
                <a:ea typeface="Arial"/>
                <a:cs typeface="Arial"/>
              </a:defRPr>
            </a:lvl8pPr>
            <a:lvl9pPr algn="ctr">
              <a:buNone/>
              <a:defRPr sz="1200" b="1">
                <a:solidFill>
                  <a:srgbClr val="173042"/>
                </a:solidFill>
                <a:latin typeface="Arial"/>
                <a:ea typeface="Arial"/>
                <a:cs typeface="Arial"/>
              </a:defRPr>
            </a:lvl9pPr>
          </a:lstStyle>
          <a:p xmlns:a="http://schemas.openxmlformats.org/drawingml/2006/main">
            <a:pPr algn="ctr">
              <a:buNone/>
              <a:defRPr sz="1200" b="1">
                <a:solidFill>
                  <a:srgbClr val="173042"/>
                </a:solidFill>
                <a:latin typeface="Arial"/>
                <a:ea typeface="Arial"/>
                <a:cs typeface="Arial"/>
              </a:defRPr>
            </a:pPr>
            <a:r>
              <a:rPr sz="1200" b="1">
                <a:solidFill>
                  <a:srgbClr val="173042"/>
                </a:solidFill>
                <a:latin typeface="Arial"/>
                <a:ea typeface="Arial"/>
                <a:cs typeface="Arial"/>
              </a:rPr>
              <a:t>Event listeners</a:t>
            </a:r>
          </a:p>
        </p:txBody>
      </p:sp>
      <p:cxnSp>
        <p:nvCxnSpPr>
          <p:cNvPr id="19" name="">
            <a:extLst xmlns:a="http://schemas.openxmlformats.org/drawingml/2006/main">
              <a:ext uri="{FF2B5EF4-FFF2-40B4-BE49-F238E27FC236}">
                <a16:creationId xmlns:a16="http://schemas.microsoft.com/office/drawing/2014/main" id="{89348823-5C1E-4713-A93A-C116CC63B94A}"/>
              </a:ext>
            </a:extLst>
          </p:cNvPr>
          <p:cNvCxnSpPr/>
          <p:nvPr/>
        </p:nvCxnSpPr>
        <p:spPr>
          <a:xfrm xmlns:a="http://schemas.openxmlformats.org/drawingml/2006/main" flipH="0" flipV="0">
            <a:off x="10715625" y="2286000"/>
            <a:ext cx="0" cy="3571875"/>
          </a:xfrm>
          <a:prstGeom xmlns:a="http://schemas.openxmlformats.org/drawingml/2006/main" prst="straightConnector1">
            <a:avLst/>
          </a:prstGeom>
          <a:ln xmlns:a="http://schemas.openxmlformats.org/drawingml/2006/main" w="15240">
            <a:solidFill>
              <a:srgbClr val="173042"/>
            </a:solidFill>
            <a:prstDash val="dash"/>
          </a:ln>
        </p:spPr>
      </p:cxnSp>
      <p:sp>
        <p:nvSpPr>
          <p:cNvPr id="20" name="">
            <a:extLst xmlns:a="http://schemas.openxmlformats.org/drawingml/2006/main">
              <a:ext uri="{FF2B5EF4-FFF2-40B4-BE49-F238E27FC236}">
                <a16:creationId xmlns:a16="http://schemas.microsoft.com/office/drawing/2014/main" id="{0EA16AF1-345B-4AC7-AE27-7B6B2D55C91A}"/>
              </a:ext>
            </a:extLst>
          </p:cNvPr>
          <p:cNvSpPr>
            <a:spLocks xmlns:a="http://schemas.openxmlformats.org/drawingml/2006/main" noGrp="1"/>
          </p:cNvSpPr>
          <p:nvPr/>
        </p:nvSpPr>
        <p:spPr>
          <a:xfrm xmlns:a="http://schemas.openxmlformats.org/drawingml/2006/main">
            <a:off x="3743325" y="2476500"/>
            <a:ext cx="133350" cy="3381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1" name="">
            <a:extLst xmlns:a="http://schemas.openxmlformats.org/drawingml/2006/main">
              <a:ext uri="{FF2B5EF4-FFF2-40B4-BE49-F238E27FC236}">
                <a16:creationId xmlns:a16="http://schemas.microsoft.com/office/drawing/2014/main" id="{12394DF6-DCD2-4F53-AAE4-62ADFFBF8096}"/>
              </a:ext>
            </a:extLst>
          </p:cNvPr>
          <p:cNvSpPr>
            <a:spLocks xmlns:a="http://schemas.openxmlformats.org/drawingml/2006/main" noGrp="1"/>
          </p:cNvSpPr>
          <p:nvPr/>
        </p:nvSpPr>
        <p:spPr>
          <a:xfrm xmlns:a="http://schemas.openxmlformats.org/drawingml/2006/main">
            <a:off x="6029325" y="3429000"/>
            <a:ext cx="133350"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2" name="">
            <a:extLst xmlns:a="http://schemas.openxmlformats.org/drawingml/2006/main">
              <a:ext uri="{FF2B5EF4-FFF2-40B4-BE49-F238E27FC236}">
                <a16:creationId xmlns:a16="http://schemas.microsoft.com/office/drawing/2014/main" id="{1CFE5E40-FBDD-44F7-9C22-A2CB6C79D53E}"/>
              </a:ext>
            </a:extLst>
          </p:cNvPr>
          <p:cNvSpPr>
            <a:spLocks xmlns:a="http://schemas.openxmlformats.org/drawingml/2006/main" noGrp="1"/>
          </p:cNvSpPr>
          <p:nvPr/>
        </p:nvSpPr>
        <p:spPr>
          <a:xfrm xmlns:a="http://schemas.openxmlformats.org/drawingml/2006/main">
            <a:off x="8315325" y="4286250"/>
            <a:ext cx="133350" cy="33337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3" name="">
            <a:extLst xmlns:a="http://schemas.openxmlformats.org/drawingml/2006/main">
              <a:ext uri="{FF2B5EF4-FFF2-40B4-BE49-F238E27FC236}">
                <a16:creationId xmlns:a16="http://schemas.microsoft.com/office/drawing/2014/main" id="{DE642EC1-C374-43B8-B0FE-FC344E3A4DAA}"/>
              </a:ext>
            </a:extLst>
          </p:cNvPr>
          <p:cNvSpPr>
            <a:spLocks xmlns:a="http://schemas.openxmlformats.org/drawingml/2006/main" noGrp="1"/>
          </p:cNvSpPr>
          <p:nvPr/>
        </p:nvSpPr>
        <p:spPr>
          <a:xfrm xmlns:a="http://schemas.openxmlformats.org/drawingml/2006/main">
            <a:off x="10648950" y="5048250"/>
            <a:ext cx="133350" cy="4286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cxnSp>
        <p:nvCxnSpPr>
          <p:cNvPr id="24" name="">
            <a:extLst xmlns:a="http://schemas.openxmlformats.org/drawingml/2006/main">
              <a:ext uri="{FF2B5EF4-FFF2-40B4-BE49-F238E27FC236}">
                <a16:creationId xmlns:a16="http://schemas.microsoft.com/office/drawing/2014/main" id="{D353D259-EAA2-431C-81FB-DD0C6532E32B}"/>
              </a:ext>
            </a:extLst>
          </p:cNvPr>
          <p:cNvCxnSpPr/>
          <p:nvPr/>
        </p:nvCxnSpPr>
        <p:spPr>
          <a:xfrm xmlns:a="http://schemas.openxmlformats.org/drawingml/2006/main" flipH="0" flipV="0">
            <a:off x="1524000" y="2619375"/>
            <a:ext cx="2219325"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80916908-CC9F-4AA6-A739-D10A9BF6023C}"/>
              </a:ext>
            </a:extLst>
          </p:cNvPr>
          <p:cNvSpPr>
            <a:spLocks xmlns:a="http://schemas.openxmlformats.org/drawingml/2006/main" noGrp="1"/>
          </p:cNvSpPr>
          <p:nvPr/>
        </p:nvSpPr>
        <p:spPr>
          <a:xfrm xmlns:a="http://schemas.openxmlformats.org/drawingml/2006/main">
            <a:off x="1619250" y="2333625"/>
            <a:ext cx="2028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173042"/>
                </a:solidFill>
                <a:latin typeface="Arial"/>
                <a:ea typeface="Arial"/>
                <a:cs typeface="Arial"/>
              </a:defRPr>
            </a:defPPr>
            <a:lvl1pPr algn="l">
              <a:buNone/>
              <a:defRPr sz="1425" b="0">
                <a:solidFill>
                  <a:srgbClr val="173042"/>
                </a:solidFill>
                <a:latin typeface="Arial"/>
                <a:ea typeface="Arial"/>
                <a:cs typeface="Arial"/>
              </a:defRPr>
            </a:lvl1pPr>
            <a:lvl2pPr algn="l">
              <a:buNone/>
              <a:defRPr sz="1425" b="0">
                <a:solidFill>
                  <a:srgbClr val="173042"/>
                </a:solidFill>
                <a:latin typeface="Arial"/>
                <a:ea typeface="Arial"/>
                <a:cs typeface="Arial"/>
              </a:defRPr>
            </a:lvl2pPr>
            <a:lvl3pPr algn="l">
              <a:buNone/>
              <a:defRPr sz="1425" b="0">
                <a:solidFill>
                  <a:srgbClr val="173042"/>
                </a:solidFill>
                <a:latin typeface="Arial"/>
                <a:ea typeface="Arial"/>
                <a:cs typeface="Arial"/>
              </a:defRPr>
            </a:lvl3pPr>
            <a:lvl4pPr algn="l">
              <a:buNone/>
              <a:defRPr sz="1425" b="0">
                <a:solidFill>
                  <a:srgbClr val="173042"/>
                </a:solidFill>
                <a:latin typeface="Arial"/>
                <a:ea typeface="Arial"/>
                <a:cs typeface="Arial"/>
              </a:defRPr>
            </a:lvl4pPr>
            <a:lvl5pPr algn="l">
              <a:buNone/>
              <a:defRPr sz="1425" b="0">
                <a:solidFill>
                  <a:srgbClr val="173042"/>
                </a:solidFill>
                <a:latin typeface="Arial"/>
                <a:ea typeface="Arial"/>
                <a:cs typeface="Arial"/>
              </a:defRPr>
            </a:lvl5pPr>
            <a:lvl6pPr algn="l">
              <a:buNone/>
              <a:defRPr sz="1425" b="0">
                <a:solidFill>
                  <a:srgbClr val="173042"/>
                </a:solidFill>
                <a:latin typeface="Arial"/>
                <a:ea typeface="Arial"/>
                <a:cs typeface="Arial"/>
              </a:defRPr>
            </a:lvl6pPr>
            <a:lvl7pPr algn="l">
              <a:buNone/>
              <a:defRPr sz="1425" b="0">
                <a:solidFill>
                  <a:srgbClr val="173042"/>
                </a:solidFill>
                <a:latin typeface="Arial"/>
                <a:ea typeface="Arial"/>
                <a:cs typeface="Arial"/>
              </a:defRPr>
            </a:lvl7pPr>
            <a:lvl8pPr algn="l">
              <a:buNone/>
              <a:defRPr sz="1425" b="0">
                <a:solidFill>
                  <a:srgbClr val="173042"/>
                </a:solidFill>
                <a:latin typeface="Arial"/>
                <a:ea typeface="Arial"/>
                <a:cs typeface="Arial"/>
              </a:defRPr>
            </a:lvl8pPr>
            <a:lvl9pPr algn="l">
              <a:buNone/>
              <a:defRPr sz="1425" b="0">
                <a:solidFill>
                  <a:srgbClr val="173042"/>
                </a:solidFill>
                <a:latin typeface="Arial"/>
                <a:ea typeface="Arial"/>
                <a:cs typeface="Arial"/>
              </a:defRPr>
            </a:lvl9pPr>
          </a:lstStyle>
          <a:p xmlns:a="http://schemas.openxmlformats.org/drawingml/2006/main">
            <a:pPr algn="l">
              <a:buNone/>
              <a:defRPr sz="1425" b="0">
                <a:solidFill>
                  <a:srgbClr val="173042"/>
                </a:solidFill>
                <a:latin typeface="Arial"/>
                <a:ea typeface="Arial"/>
                <a:cs typeface="Arial"/>
              </a:defRPr>
            </a:pPr>
            <a:r>
              <a:rPr sz="1425" b="0">
                <a:solidFill>
                  <a:srgbClr val="173042"/>
                </a:solidFill>
                <a:latin typeface="Arial"/>
                <a:ea typeface="Arial"/>
                <a:cs typeface="Arial"/>
              </a:rPr>
              <a:t>create(user, key, input)</a:t>
            </a:r>
          </a:p>
        </p:txBody>
      </p:sp>
      <p:cxnSp>
        <p:nvCxnSpPr>
          <p:cNvPr id="26" name="">
            <a:extLst xmlns:a="http://schemas.openxmlformats.org/drawingml/2006/main">
              <a:ext uri="{FF2B5EF4-FFF2-40B4-BE49-F238E27FC236}">
                <a16:creationId xmlns:a16="http://schemas.microsoft.com/office/drawing/2014/main" id="{F9FABB10-FAD2-4D6F-AAC8-BA16FE99A76B}"/>
              </a:ext>
            </a:extLst>
          </p:cNvPr>
          <p:cNvCxnSpPr/>
          <p:nvPr/>
        </p:nvCxnSpPr>
        <p:spPr>
          <a:xfrm xmlns:a="http://schemas.openxmlformats.org/drawingml/2006/main" flipH="0" flipV="0">
            <a:off x="3876675" y="3000375"/>
            <a:ext cx="600075"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27" name="">
            <a:extLst xmlns:a="http://schemas.openxmlformats.org/drawingml/2006/main">
              <a:ext uri="{FF2B5EF4-FFF2-40B4-BE49-F238E27FC236}">
                <a16:creationId xmlns:a16="http://schemas.microsoft.com/office/drawing/2014/main" id="{6062EBCB-5533-4B3E-A93C-DEBAD9E67A1C}"/>
              </a:ext>
            </a:extLst>
          </p:cNvPr>
          <p:cNvCxnSpPr/>
          <p:nvPr/>
        </p:nvCxnSpPr>
        <p:spPr>
          <a:xfrm xmlns:a="http://schemas.openxmlformats.org/drawingml/2006/main" flipH="0" flipV="0">
            <a:off x="4476750" y="3000375"/>
            <a:ext cx="0" cy="285750"/>
          </a:xfrm>
          <a:prstGeom xmlns:a="http://schemas.openxmlformats.org/drawingml/2006/main" prst="straightConnector1">
            <a:avLst/>
          </a:prstGeom>
          <a:ln xmlns:a="http://schemas.openxmlformats.org/drawingml/2006/main" w="15240">
            <a:solidFill>
              <a:srgbClr val="173042"/>
            </a:solidFill>
            <a:prstDash val="solid"/>
          </a:ln>
        </p:spPr>
      </p:cxnSp>
      <p:cxnSp>
        <p:nvCxnSpPr>
          <p:cNvPr id="28" name="">
            <a:extLst xmlns:a="http://schemas.openxmlformats.org/drawingml/2006/main">
              <a:ext uri="{FF2B5EF4-FFF2-40B4-BE49-F238E27FC236}">
                <a16:creationId xmlns:a16="http://schemas.microsoft.com/office/drawing/2014/main" id="{9DB99615-D7DE-4312-84E7-4167A72BD165}"/>
              </a:ext>
            </a:extLst>
          </p:cNvPr>
          <p:cNvCxnSpPr/>
          <p:nvPr/>
        </p:nvCxnSpPr>
        <p:spPr>
          <a:xfrm xmlns:a="http://schemas.openxmlformats.org/drawingml/2006/main" flipH="1" flipV="0">
            <a:off x="3876675" y="3286125"/>
            <a:ext cx="600075"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75688D48-C831-4A87-846D-3B02538E741C}"/>
              </a:ext>
            </a:extLst>
          </p:cNvPr>
          <p:cNvSpPr>
            <a:spLocks xmlns:a="http://schemas.openxmlformats.org/drawingml/2006/main" noGrp="1"/>
          </p:cNvSpPr>
          <p:nvPr/>
        </p:nvSpPr>
        <p:spPr>
          <a:xfrm xmlns:a="http://schemas.openxmlformats.org/drawingml/2006/main">
            <a:off x="1695450" y="2952750"/>
            <a:ext cx="204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lock request key /</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check prior result</a:t>
            </a:r>
          </a:p>
        </p:txBody>
      </p:sp>
      <p:cxnSp>
        <p:nvCxnSpPr>
          <p:cNvPr id="30" name="">
            <a:extLst xmlns:a="http://schemas.openxmlformats.org/drawingml/2006/main">
              <a:ext uri="{FF2B5EF4-FFF2-40B4-BE49-F238E27FC236}">
                <a16:creationId xmlns:a16="http://schemas.microsoft.com/office/drawing/2014/main" id="{1692A068-9A3B-41F6-A3C8-261EB2DFE4BF}"/>
              </a:ext>
            </a:extLst>
          </p:cNvPr>
          <p:cNvCxnSpPr/>
          <p:nvPr/>
        </p:nvCxnSpPr>
        <p:spPr>
          <a:xfrm xmlns:a="http://schemas.openxmlformats.org/drawingml/2006/main" flipH="0" flipV="0">
            <a:off x="3876675" y="3619500"/>
            <a:ext cx="2152650"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31" name="">
            <a:extLst xmlns:a="http://schemas.openxmlformats.org/drawingml/2006/main">
              <a:ext uri="{FF2B5EF4-FFF2-40B4-BE49-F238E27FC236}">
                <a16:creationId xmlns:a16="http://schemas.microsoft.com/office/drawing/2014/main" id="{6979364A-DCED-43A8-9803-77A7D1D41481}"/>
              </a:ext>
            </a:extLst>
          </p:cNvPr>
          <p:cNvSpPr>
            <a:spLocks xmlns:a="http://schemas.openxmlformats.org/drawingml/2006/main" noGrp="1"/>
          </p:cNvSpPr>
          <p:nvPr/>
        </p:nvSpPr>
        <p:spPr>
          <a:xfrm xmlns:a="http://schemas.openxmlformats.org/drawingml/2006/main">
            <a:off x="3971925" y="333375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173042"/>
                </a:solidFill>
                <a:latin typeface="Arial"/>
                <a:ea typeface="Arial"/>
                <a:cs typeface="Arial"/>
              </a:defRPr>
            </a:defPPr>
            <a:lvl1pPr algn="l">
              <a:buNone/>
              <a:defRPr sz="1425" b="0">
                <a:solidFill>
                  <a:srgbClr val="173042"/>
                </a:solidFill>
                <a:latin typeface="Arial"/>
                <a:ea typeface="Arial"/>
                <a:cs typeface="Arial"/>
              </a:defRPr>
            </a:lvl1pPr>
            <a:lvl2pPr algn="l">
              <a:buNone/>
              <a:defRPr sz="1425" b="0">
                <a:solidFill>
                  <a:srgbClr val="173042"/>
                </a:solidFill>
                <a:latin typeface="Arial"/>
                <a:ea typeface="Arial"/>
                <a:cs typeface="Arial"/>
              </a:defRPr>
            </a:lvl2pPr>
            <a:lvl3pPr algn="l">
              <a:buNone/>
              <a:defRPr sz="1425" b="0">
                <a:solidFill>
                  <a:srgbClr val="173042"/>
                </a:solidFill>
                <a:latin typeface="Arial"/>
                <a:ea typeface="Arial"/>
                <a:cs typeface="Arial"/>
              </a:defRPr>
            </a:lvl3pPr>
            <a:lvl4pPr algn="l">
              <a:buNone/>
              <a:defRPr sz="1425" b="0">
                <a:solidFill>
                  <a:srgbClr val="173042"/>
                </a:solidFill>
                <a:latin typeface="Arial"/>
                <a:ea typeface="Arial"/>
                <a:cs typeface="Arial"/>
              </a:defRPr>
            </a:lvl4pPr>
            <a:lvl5pPr algn="l">
              <a:buNone/>
              <a:defRPr sz="1425" b="0">
                <a:solidFill>
                  <a:srgbClr val="173042"/>
                </a:solidFill>
                <a:latin typeface="Arial"/>
                <a:ea typeface="Arial"/>
                <a:cs typeface="Arial"/>
              </a:defRPr>
            </a:lvl5pPr>
            <a:lvl6pPr algn="l">
              <a:buNone/>
              <a:defRPr sz="1425" b="0">
                <a:solidFill>
                  <a:srgbClr val="173042"/>
                </a:solidFill>
                <a:latin typeface="Arial"/>
                <a:ea typeface="Arial"/>
                <a:cs typeface="Arial"/>
              </a:defRPr>
            </a:lvl6pPr>
            <a:lvl7pPr algn="l">
              <a:buNone/>
              <a:defRPr sz="1425" b="0">
                <a:solidFill>
                  <a:srgbClr val="173042"/>
                </a:solidFill>
                <a:latin typeface="Arial"/>
                <a:ea typeface="Arial"/>
                <a:cs typeface="Arial"/>
              </a:defRPr>
            </a:lvl7pPr>
            <a:lvl8pPr algn="l">
              <a:buNone/>
              <a:defRPr sz="1425" b="0">
                <a:solidFill>
                  <a:srgbClr val="173042"/>
                </a:solidFill>
                <a:latin typeface="Arial"/>
                <a:ea typeface="Arial"/>
                <a:cs typeface="Arial"/>
              </a:defRPr>
            </a:lvl8pPr>
            <a:lvl9pPr algn="l">
              <a:buNone/>
              <a:defRPr sz="1425" b="0">
                <a:solidFill>
                  <a:srgbClr val="173042"/>
                </a:solidFill>
                <a:latin typeface="Arial"/>
                <a:ea typeface="Arial"/>
                <a:cs typeface="Arial"/>
              </a:defRPr>
            </a:lvl9pPr>
          </a:lstStyle>
          <a:p xmlns:a="http://schemas.openxmlformats.org/drawingml/2006/main">
            <a:pPr algn="l">
              <a:buNone/>
              <a:defRPr sz="1425" b="0">
                <a:solidFill>
                  <a:srgbClr val="173042"/>
                </a:solidFill>
                <a:latin typeface="Arial"/>
                <a:ea typeface="Arial"/>
                <a:cs typeface="Arial"/>
              </a:defRPr>
            </a:pPr>
            <a:r>
              <a:rPr sz="1425" b="0">
                <a:solidFill>
                  <a:srgbClr val="173042"/>
                </a:solidFill>
                <a:latin typeface="Arial"/>
                <a:ea typeface="Arial"/>
                <a:cs typeface="Arial"/>
              </a:rPr>
              <a:t>lockEvent(eventId)</a:t>
            </a:r>
          </a:p>
        </p:txBody>
      </p:sp>
      <p:cxnSp>
        <p:nvCxnSpPr>
          <p:cNvPr id="32" name="">
            <a:extLst xmlns:a="http://schemas.openxmlformats.org/drawingml/2006/main">
              <a:ext uri="{FF2B5EF4-FFF2-40B4-BE49-F238E27FC236}">
                <a16:creationId xmlns:a16="http://schemas.microsoft.com/office/drawing/2014/main" id="{FD654CED-ED92-4249-82C9-47BA7867D70E}"/>
              </a:ext>
            </a:extLst>
          </p:cNvPr>
          <p:cNvCxnSpPr/>
          <p:nvPr/>
        </p:nvCxnSpPr>
        <p:spPr>
          <a:xfrm xmlns:a="http://schemas.openxmlformats.org/drawingml/2006/main" flipH="0" flipV="0">
            <a:off x="3876675" y="3905250"/>
            <a:ext cx="600075"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3" name="">
            <a:extLst xmlns:a="http://schemas.openxmlformats.org/drawingml/2006/main">
              <a:ext uri="{FF2B5EF4-FFF2-40B4-BE49-F238E27FC236}">
                <a16:creationId xmlns:a16="http://schemas.microsoft.com/office/drawing/2014/main" id="{501A29CC-8D55-4638-B69C-900F74B286B0}"/>
              </a:ext>
            </a:extLst>
          </p:cNvPr>
          <p:cNvCxnSpPr/>
          <p:nvPr/>
        </p:nvCxnSpPr>
        <p:spPr>
          <a:xfrm xmlns:a="http://schemas.openxmlformats.org/drawingml/2006/main" flipH="0" flipV="0">
            <a:off x="4476750" y="3905250"/>
            <a:ext cx="0" cy="238125"/>
          </a:xfrm>
          <a:prstGeom xmlns:a="http://schemas.openxmlformats.org/drawingml/2006/main" prst="straightConnector1">
            <a:avLst/>
          </a:prstGeom>
          <a:ln xmlns:a="http://schemas.openxmlformats.org/drawingml/2006/main" w="15240">
            <a:solidFill>
              <a:srgbClr val="173042"/>
            </a:solidFill>
            <a:prstDash val="solid"/>
          </a:ln>
        </p:spPr>
      </p:cxnSp>
      <p:cxnSp>
        <p:nvCxnSpPr>
          <p:cNvPr id="34" name="">
            <a:extLst xmlns:a="http://schemas.openxmlformats.org/drawingml/2006/main">
              <a:ext uri="{FF2B5EF4-FFF2-40B4-BE49-F238E27FC236}">
                <a16:creationId xmlns:a16="http://schemas.microsoft.com/office/drawing/2014/main" id="{5DFE4D1C-FEDD-4374-8E79-96D2B7765C71}"/>
              </a:ext>
            </a:extLst>
          </p:cNvPr>
          <p:cNvCxnSpPr/>
          <p:nvPr/>
        </p:nvCxnSpPr>
        <p:spPr>
          <a:xfrm xmlns:a="http://schemas.openxmlformats.org/drawingml/2006/main" flipH="1" flipV="0">
            <a:off x="3876675" y="4143375"/>
            <a:ext cx="600075"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35" name="">
            <a:extLst xmlns:a="http://schemas.openxmlformats.org/drawingml/2006/main">
              <a:ext uri="{FF2B5EF4-FFF2-40B4-BE49-F238E27FC236}">
                <a16:creationId xmlns:a16="http://schemas.microsoft.com/office/drawing/2014/main" id="{9235B034-7C01-47AE-852C-33A5EEC3BC5C}"/>
              </a:ext>
            </a:extLst>
          </p:cNvPr>
          <p:cNvSpPr>
            <a:spLocks xmlns:a="http://schemas.openxmlformats.org/drawingml/2006/main" noGrp="1"/>
          </p:cNvSpPr>
          <p:nvPr/>
        </p:nvSpPr>
        <p:spPr>
          <a:xfrm xmlns:a="http://schemas.openxmlformats.org/drawingml/2006/main">
            <a:off x="1695450" y="38576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validate booking info</a:t>
            </a:r>
          </a:p>
        </p:txBody>
      </p:sp>
      <p:cxnSp>
        <p:nvCxnSpPr>
          <p:cNvPr id="36" name="">
            <a:extLst xmlns:a="http://schemas.openxmlformats.org/drawingml/2006/main">
              <a:ext uri="{FF2B5EF4-FFF2-40B4-BE49-F238E27FC236}">
                <a16:creationId xmlns:a16="http://schemas.microsoft.com/office/drawing/2014/main" id="{923927FE-5F94-425B-B807-3FD0DE139A3D}"/>
              </a:ext>
            </a:extLst>
          </p:cNvPr>
          <p:cNvCxnSpPr/>
          <p:nvPr/>
        </p:nvCxnSpPr>
        <p:spPr>
          <a:xfrm xmlns:a="http://schemas.openxmlformats.org/drawingml/2006/main" flipH="0" flipV="0">
            <a:off x="3876675" y="4429125"/>
            <a:ext cx="4438650"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37" name="">
            <a:extLst xmlns:a="http://schemas.openxmlformats.org/drawingml/2006/main">
              <a:ext uri="{FF2B5EF4-FFF2-40B4-BE49-F238E27FC236}">
                <a16:creationId xmlns:a16="http://schemas.microsoft.com/office/drawing/2014/main" id="{AFC8C65E-DCDD-4718-8B7B-5778D34B1CB6}"/>
              </a:ext>
            </a:extLst>
          </p:cNvPr>
          <p:cNvSpPr>
            <a:spLocks xmlns:a="http://schemas.openxmlformats.org/drawingml/2006/main" noGrp="1"/>
          </p:cNvSpPr>
          <p:nvPr/>
        </p:nvSpPr>
        <p:spPr>
          <a:xfrm xmlns:a="http://schemas.openxmlformats.org/drawingml/2006/main">
            <a:off x="3971925" y="4143375"/>
            <a:ext cx="424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173042"/>
                </a:solidFill>
                <a:latin typeface="Arial"/>
                <a:ea typeface="Arial"/>
                <a:cs typeface="Arial"/>
              </a:defRPr>
            </a:defPPr>
            <a:lvl1pPr algn="l">
              <a:buNone/>
              <a:defRPr sz="1425" b="0">
                <a:solidFill>
                  <a:srgbClr val="173042"/>
                </a:solidFill>
                <a:latin typeface="Arial"/>
                <a:ea typeface="Arial"/>
                <a:cs typeface="Arial"/>
              </a:defRPr>
            </a:lvl1pPr>
            <a:lvl2pPr algn="l">
              <a:buNone/>
              <a:defRPr sz="1425" b="0">
                <a:solidFill>
                  <a:srgbClr val="173042"/>
                </a:solidFill>
                <a:latin typeface="Arial"/>
                <a:ea typeface="Arial"/>
                <a:cs typeface="Arial"/>
              </a:defRPr>
            </a:lvl2pPr>
            <a:lvl3pPr algn="l">
              <a:buNone/>
              <a:defRPr sz="1425" b="0">
                <a:solidFill>
                  <a:srgbClr val="173042"/>
                </a:solidFill>
                <a:latin typeface="Arial"/>
                <a:ea typeface="Arial"/>
                <a:cs typeface="Arial"/>
              </a:defRPr>
            </a:lvl3pPr>
            <a:lvl4pPr algn="l">
              <a:buNone/>
              <a:defRPr sz="1425" b="0">
                <a:solidFill>
                  <a:srgbClr val="173042"/>
                </a:solidFill>
                <a:latin typeface="Arial"/>
                <a:ea typeface="Arial"/>
                <a:cs typeface="Arial"/>
              </a:defRPr>
            </a:lvl4pPr>
            <a:lvl5pPr algn="l">
              <a:buNone/>
              <a:defRPr sz="1425" b="0">
                <a:solidFill>
                  <a:srgbClr val="173042"/>
                </a:solidFill>
                <a:latin typeface="Arial"/>
                <a:ea typeface="Arial"/>
                <a:cs typeface="Arial"/>
              </a:defRPr>
            </a:lvl5pPr>
            <a:lvl6pPr algn="l">
              <a:buNone/>
              <a:defRPr sz="1425" b="0">
                <a:solidFill>
                  <a:srgbClr val="173042"/>
                </a:solidFill>
                <a:latin typeface="Arial"/>
                <a:ea typeface="Arial"/>
                <a:cs typeface="Arial"/>
              </a:defRPr>
            </a:lvl6pPr>
            <a:lvl7pPr algn="l">
              <a:buNone/>
              <a:defRPr sz="1425" b="0">
                <a:solidFill>
                  <a:srgbClr val="173042"/>
                </a:solidFill>
                <a:latin typeface="Arial"/>
                <a:ea typeface="Arial"/>
                <a:cs typeface="Arial"/>
              </a:defRPr>
            </a:lvl7pPr>
            <a:lvl8pPr algn="l">
              <a:buNone/>
              <a:defRPr sz="1425" b="0">
                <a:solidFill>
                  <a:srgbClr val="173042"/>
                </a:solidFill>
                <a:latin typeface="Arial"/>
                <a:ea typeface="Arial"/>
                <a:cs typeface="Arial"/>
              </a:defRPr>
            </a:lvl8pPr>
            <a:lvl9pPr algn="l">
              <a:buNone/>
              <a:defRPr sz="1425" b="0">
                <a:solidFill>
                  <a:srgbClr val="173042"/>
                </a:solidFill>
                <a:latin typeface="Arial"/>
                <a:ea typeface="Arial"/>
                <a:cs typeface="Arial"/>
              </a:defRPr>
            </a:lvl9pPr>
          </a:lstStyle>
          <a:p xmlns:a="http://schemas.openxmlformats.org/drawingml/2006/main">
            <a:pPr algn="l">
              <a:buNone/>
              <a:defRPr sz="1425" b="0">
                <a:solidFill>
                  <a:srgbClr val="173042"/>
                </a:solidFill>
                <a:latin typeface="Arial"/>
                <a:ea typeface="Arial"/>
                <a:cs typeface="Arial"/>
              </a:defRPr>
            </a:pPr>
            <a:r>
              <a:rPr sz="1425" b="0">
                <a:solidFill>
                  <a:srgbClr val="173042"/>
                </a:solidFill>
                <a:latin typeface="Arial"/>
                <a:ea typeface="Arial"/>
                <a:cs typeface="Arial"/>
              </a:rPr>
              <a:t>reserve(event, type, quantity)</a:t>
            </a:r>
          </a:p>
        </p:txBody>
      </p:sp>
      <p:cxnSp>
        <p:nvCxnSpPr>
          <p:cNvPr id="38" name="">
            <a:extLst xmlns:a="http://schemas.openxmlformats.org/drawingml/2006/main">
              <a:ext uri="{FF2B5EF4-FFF2-40B4-BE49-F238E27FC236}">
                <a16:creationId xmlns:a16="http://schemas.microsoft.com/office/drawing/2014/main" id="{12BC0222-B6E5-4ED7-8F94-A4FCD7F07296}"/>
              </a:ext>
            </a:extLst>
          </p:cNvPr>
          <p:cNvCxnSpPr/>
          <p:nvPr/>
        </p:nvCxnSpPr>
        <p:spPr>
          <a:xfrm xmlns:a="http://schemas.openxmlformats.org/drawingml/2006/main" flipH="0" flipV="0">
            <a:off x="3876675" y="4714875"/>
            <a:ext cx="600075"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9" name="">
            <a:extLst xmlns:a="http://schemas.openxmlformats.org/drawingml/2006/main">
              <a:ext uri="{FF2B5EF4-FFF2-40B4-BE49-F238E27FC236}">
                <a16:creationId xmlns:a16="http://schemas.microsoft.com/office/drawing/2014/main" id="{AADD1E3D-DF57-468C-8540-F26AE68ACA54}"/>
              </a:ext>
            </a:extLst>
          </p:cNvPr>
          <p:cNvCxnSpPr/>
          <p:nvPr/>
        </p:nvCxnSpPr>
        <p:spPr>
          <a:xfrm xmlns:a="http://schemas.openxmlformats.org/drawingml/2006/main" flipH="0" flipV="0">
            <a:off x="4476750" y="4714875"/>
            <a:ext cx="0" cy="238125"/>
          </a:xfrm>
          <a:prstGeom xmlns:a="http://schemas.openxmlformats.org/drawingml/2006/main" prst="straightConnector1">
            <a:avLst/>
          </a:prstGeom>
          <a:ln xmlns:a="http://schemas.openxmlformats.org/drawingml/2006/main" w="15240">
            <a:solidFill>
              <a:srgbClr val="173042"/>
            </a:solidFill>
            <a:prstDash val="solid"/>
          </a:ln>
        </p:spPr>
      </p:cxnSp>
      <p:cxnSp>
        <p:nvCxnSpPr>
          <p:cNvPr id="40" name="">
            <a:extLst xmlns:a="http://schemas.openxmlformats.org/drawingml/2006/main">
              <a:ext uri="{FF2B5EF4-FFF2-40B4-BE49-F238E27FC236}">
                <a16:creationId xmlns:a16="http://schemas.microsoft.com/office/drawing/2014/main" id="{33A629FC-88BD-4A0E-BE3B-449D302E1FC5}"/>
              </a:ext>
            </a:extLst>
          </p:cNvPr>
          <p:cNvCxnSpPr/>
          <p:nvPr/>
        </p:nvCxnSpPr>
        <p:spPr>
          <a:xfrm xmlns:a="http://schemas.openxmlformats.org/drawingml/2006/main" flipH="1" flipV="0">
            <a:off x="3876675" y="4953000"/>
            <a:ext cx="600075"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C00083AA-2237-4194-B249-1A9427C1780A}"/>
              </a:ext>
            </a:extLst>
          </p:cNvPr>
          <p:cNvSpPr>
            <a:spLocks xmlns:a="http://schemas.openxmlformats.org/drawingml/2006/main" noGrp="1"/>
          </p:cNvSpPr>
          <p:nvPr/>
        </p:nvSpPr>
        <p:spPr>
          <a:xfrm xmlns:a="http://schemas.openxmlformats.org/drawingml/2006/main">
            <a:off x="1695450" y="46672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saveAndFlush(booking)</a:t>
            </a:r>
          </a:p>
        </p:txBody>
      </p:sp>
      <p:cxnSp>
        <p:nvCxnSpPr>
          <p:cNvPr id="42" name="">
            <a:extLst xmlns:a="http://schemas.openxmlformats.org/drawingml/2006/main">
              <a:ext uri="{FF2B5EF4-FFF2-40B4-BE49-F238E27FC236}">
                <a16:creationId xmlns:a16="http://schemas.microsoft.com/office/drawing/2014/main" id="{B4D24A46-1D97-48BE-B8E4-8A6550E0C2C1}"/>
              </a:ext>
            </a:extLst>
          </p:cNvPr>
          <p:cNvCxnSpPr/>
          <p:nvPr/>
        </p:nvCxnSpPr>
        <p:spPr>
          <a:xfrm xmlns:a="http://schemas.openxmlformats.org/drawingml/2006/main" flipH="0" flipV="0">
            <a:off x="3876675" y="5238750"/>
            <a:ext cx="6772275" cy="0"/>
          </a:xfrm>
          <a:prstGeom xmlns:a="http://schemas.openxmlformats.org/drawingml/2006/main" prst="straightConnector1">
            <a:avLst/>
          </a:prstGeom>
          <a:ln xmlns:a="http://schemas.openxmlformats.org/drawingml/2006/main" w="15240">
            <a:solidFill>
              <a:srgbClr val="173042"/>
            </a:solidFill>
            <a:prstDash val="solid"/>
            <a:tailEnd type="triangle" w="med" len="med"/>
          </a:ln>
        </p:spPr>
      </p:cxnSp>
      <p:sp>
        <p:nvSpPr>
          <p:cNvPr id="43" name="">
            <a:extLst xmlns:a="http://schemas.openxmlformats.org/drawingml/2006/main">
              <a:ext uri="{FF2B5EF4-FFF2-40B4-BE49-F238E27FC236}">
                <a16:creationId xmlns:a16="http://schemas.microsoft.com/office/drawing/2014/main" id="{709C6E12-B289-4D19-B206-E87FBDB464B7}"/>
              </a:ext>
            </a:extLst>
          </p:cNvPr>
          <p:cNvSpPr>
            <a:spLocks xmlns:a="http://schemas.openxmlformats.org/drawingml/2006/main" noGrp="1"/>
          </p:cNvSpPr>
          <p:nvPr/>
        </p:nvSpPr>
        <p:spPr>
          <a:xfrm xmlns:a="http://schemas.openxmlformats.org/drawingml/2006/main">
            <a:off x="3971925" y="4953000"/>
            <a:ext cx="6581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173042"/>
                </a:solidFill>
                <a:latin typeface="Arial"/>
                <a:ea typeface="Arial"/>
                <a:cs typeface="Arial"/>
              </a:defRPr>
            </a:defPPr>
            <a:lvl1pPr algn="l">
              <a:buNone/>
              <a:defRPr sz="1425" b="0">
                <a:solidFill>
                  <a:srgbClr val="173042"/>
                </a:solidFill>
                <a:latin typeface="Arial"/>
                <a:ea typeface="Arial"/>
                <a:cs typeface="Arial"/>
              </a:defRPr>
            </a:lvl1pPr>
            <a:lvl2pPr algn="l">
              <a:buNone/>
              <a:defRPr sz="1425" b="0">
                <a:solidFill>
                  <a:srgbClr val="173042"/>
                </a:solidFill>
                <a:latin typeface="Arial"/>
                <a:ea typeface="Arial"/>
                <a:cs typeface="Arial"/>
              </a:defRPr>
            </a:lvl2pPr>
            <a:lvl3pPr algn="l">
              <a:buNone/>
              <a:defRPr sz="1425" b="0">
                <a:solidFill>
                  <a:srgbClr val="173042"/>
                </a:solidFill>
                <a:latin typeface="Arial"/>
                <a:ea typeface="Arial"/>
                <a:cs typeface="Arial"/>
              </a:defRPr>
            </a:lvl3pPr>
            <a:lvl4pPr algn="l">
              <a:buNone/>
              <a:defRPr sz="1425" b="0">
                <a:solidFill>
                  <a:srgbClr val="173042"/>
                </a:solidFill>
                <a:latin typeface="Arial"/>
                <a:ea typeface="Arial"/>
                <a:cs typeface="Arial"/>
              </a:defRPr>
            </a:lvl4pPr>
            <a:lvl5pPr algn="l">
              <a:buNone/>
              <a:defRPr sz="1425" b="0">
                <a:solidFill>
                  <a:srgbClr val="173042"/>
                </a:solidFill>
                <a:latin typeface="Arial"/>
                <a:ea typeface="Arial"/>
                <a:cs typeface="Arial"/>
              </a:defRPr>
            </a:lvl5pPr>
            <a:lvl6pPr algn="l">
              <a:buNone/>
              <a:defRPr sz="1425" b="0">
                <a:solidFill>
                  <a:srgbClr val="173042"/>
                </a:solidFill>
                <a:latin typeface="Arial"/>
                <a:ea typeface="Arial"/>
                <a:cs typeface="Arial"/>
              </a:defRPr>
            </a:lvl6pPr>
            <a:lvl7pPr algn="l">
              <a:buNone/>
              <a:defRPr sz="1425" b="0">
                <a:solidFill>
                  <a:srgbClr val="173042"/>
                </a:solidFill>
                <a:latin typeface="Arial"/>
                <a:ea typeface="Arial"/>
                <a:cs typeface="Arial"/>
              </a:defRPr>
            </a:lvl7pPr>
            <a:lvl8pPr algn="l">
              <a:buNone/>
              <a:defRPr sz="1425" b="0">
                <a:solidFill>
                  <a:srgbClr val="173042"/>
                </a:solidFill>
                <a:latin typeface="Arial"/>
                <a:ea typeface="Arial"/>
                <a:cs typeface="Arial"/>
              </a:defRPr>
            </a:lvl8pPr>
            <a:lvl9pPr algn="l">
              <a:buNone/>
              <a:defRPr sz="1425" b="0">
                <a:solidFill>
                  <a:srgbClr val="173042"/>
                </a:solidFill>
                <a:latin typeface="Arial"/>
                <a:ea typeface="Arial"/>
                <a:cs typeface="Arial"/>
              </a:defRPr>
            </a:lvl9pPr>
          </a:lstStyle>
          <a:p xmlns:a="http://schemas.openxmlformats.org/drawingml/2006/main">
            <a:pPr algn="l">
              <a:buNone/>
              <a:defRPr sz="1425" b="0">
                <a:solidFill>
                  <a:srgbClr val="173042"/>
                </a:solidFill>
                <a:latin typeface="Arial"/>
                <a:ea typeface="Arial"/>
                <a:cs typeface="Arial"/>
              </a:defRPr>
            </a:pPr>
            <a:r>
              <a:rPr sz="1425" b="0">
                <a:solidFill>
                  <a:srgbClr val="173042"/>
                </a:solidFill>
                <a:latin typeface="Arial"/>
                <a:ea typeface="Arial"/>
                <a:cs typeface="Arial"/>
              </a:rPr>
              <a:t>publishEvent(BookingConfirmed)</a:t>
            </a:r>
          </a:p>
        </p:txBody>
      </p:sp>
      <p:sp>
        <p:nvSpPr>
          <p:cNvPr id="44" name="">
            <a:extLst xmlns:a="http://schemas.openxmlformats.org/drawingml/2006/main">
              <a:ext uri="{FF2B5EF4-FFF2-40B4-BE49-F238E27FC236}">
                <a16:creationId xmlns:a16="http://schemas.microsoft.com/office/drawing/2014/main" id="{9954EAB2-A727-4E76-B010-17BC9A32620B}"/>
              </a:ext>
            </a:extLst>
          </p:cNvPr>
          <p:cNvSpPr>
            <a:spLocks xmlns:a="http://schemas.openxmlformats.org/drawingml/2006/main" noGrp="1"/>
          </p:cNvSpPr>
          <p:nvPr/>
        </p:nvSpPr>
        <p:spPr>
          <a:xfrm xmlns:a="http://schemas.openxmlformats.org/drawingml/2006/main">
            <a:off x="8524875" y="55340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87B75"/>
                </a:solidFill>
                <a:latin typeface="Arial"/>
                <a:ea typeface="Arial"/>
                <a:cs typeface="Arial"/>
              </a:defRPr>
            </a:defPPr>
            <a:lvl1pPr algn="l">
              <a:buNone/>
              <a:defRPr sz="1575" b="0">
                <a:solidFill>
                  <a:srgbClr val="187B75"/>
                </a:solidFill>
                <a:latin typeface="Arial"/>
                <a:ea typeface="Arial"/>
                <a:cs typeface="Arial"/>
              </a:defRPr>
            </a:lvl1pPr>
            <a:lvl2pPr algn="l">
              <a:buNone/>
              <a:defRPr sz="1575" b="0">
                <a:solidFill>
                  <a:srgbClr val="187B75"/>
                </a:solidFill>
                <a:latin typeface="Arial"/>
                <a:ea typeface="Arial"/>
                <a:cs typeface="Arial"/>
              </a:defRPr>
            </a:lvl2pPr>
            <a:lvl3pPr algn="l">
              <a:buNone/>
              <a:defRPr sz="1575" b="0">
                <a:solidFill>
                  <a:srgbClr val="187B75"/>
                </a:solidFill>
                <a:latin typeface="Arial"/>
                <a:ea typeface="Arial"/>
                <a:cs typeface="Arial"/>
              </a:defRPr>
            </a:lvl3pPr>
            <a:lvl4pPr algn="l">
              <a:buNone/>
              <a:defRPr sz="1575" b="0">
                <a:solidFill>
                  <a:srgbClr val="187B75"/>
                </a:solidFill>
                <a:latin typeface="Arial"/>
                <a:ea typeface="Arial"/>
                <a:cs typeface="Arial"/>
              </a:defRPr>
            </a:lvl4pPr>
            <a:lvl5pPr algn="l">
              <a:buNone/>
              <a:defRPr sz="1575" b="0">
                <a:solidFill>
                  <a:srgbClr val="187B75"/>
                </a:solidFill>
                <a:latin typeface="Arial"/>
                <a:ea typeface="Arial"/>
                <a:cs typeface="Arial"/>
              </a:defRPr>
            </a:lvl5pPr>
            <a:lvl6pPr algn="l">
              <a:buNone/>
              <a:defRPr sz="1575" b="0">
                <a:solidFill>
                  <a:srgbClr val="187B75"/>
                </a:solidFill>
                <a:latin typeface="Arial"/>
                <a:ea typeface="Arial"/>
                <a:cs typeface="Arial"/>
              </a:defRPr>
            </a:lvl6pPr>
            <a:lvl7pPr algn="l">
              <a:buNone/>
              <a:defRPr sz="1575" b="0">
                <a:solidFill>
                  <a:srgbClr val="187B75"/>
                </a:solidFill>
                <a:latin typeface="Arial"/>
                <a:ea typeface="Arial"/>
                <a:cs typeface="Arial"/>
              </a:defRPr>
            </a:lvl7pPr>
            <a:lvl8pPr algn="l">
              <a:buNone/>
              <a:defRPr sz="1575" b="0">
                <a:solidFill>
                  <a:srgbClr val="187B75"/>
                </a:solidFill>
                <a:latin typeface="Arial"/>
                <a:ea typeface="Arial"/>
                <a:cs typeface="Arial"/>
              </a:defRPr>
            </a:lvl8pPr>
            <a:lvl9pPr algn="l">
              <a:buNone/>
              <a:defRPr sz="1575" b="0">
                <a:solidFill>
                  <a:srgbClr val="187B75"/>
                </a:solidFill>
                <a:latin typeface="Arial"/>
                <a:ea typeface="Arial"/>
                <a:cs typeface="Arial"/>
              </a:defRPr>
            </a:lvl9pPr>
          </a:lstStyle>
          <a:p xmlns:a="http://schemas.openxmlformats.org/drawingml/2006/main">
            <a:pPr algn="l">
              <a:buNone/>
              <a:defRPr sz="1575" b="0">
                <a:solidFill>
                  <a:srgbClr val="187B75"/>
                </a:solidFill>
                <a:latin typeface="Arial"/>
                <a:ea typeface="Arial"/>
                <a:cs typeface="Arial"/>
              </a:defRPr>
            </a:pPr>
            <a:r>
              <a:rPr sz="1575" b="0">
                <a:solidFill>
                  <a:srgbClr val="187B75"/>
                </a:solidFill>
                <a:latin typeface="Arial"/>
                <a:ea typeface="Arial"/>
                <a:cs typeface="Arial"/>
              </a:rPr>
              <a:t>issue tickets + notification</a:t>
            </a:r>
          </a:p>
        </p:txBody>
      </p:sp>
      <p:cxnSp>
        <p:nvCxnSpPr>
          <p:cNvPr id="45" name="">
            <a:extLst xmlns:a="http://schemas.openxmlformats.org/drawingml/2006/main">
              <a:ext uri="{FF2B5EF4-FFF2-40B4-BE49-F238E27FC236}">
                <a16:creationId xmlns:a16="http://schemas.microsoft.com/office/drawing/2014/main" id="{930E639A-A5DE-4E28-B1B5-F880971E64B4}"/>
              </a:ext>
            </a:extLst>
          </p:cNvPr>
          <p:cNvCxnSpPr/>
          <p:nvPr/>
        </p:nvCxnSpPr>
        <p:spPr>
          <a:xfrm xmlns:a="http://schemas.openxmlformats.org/drawingml/2006/main" flipH="1" flipV="0">
            <a:off x="1524000" y="5857875"/>
            <a:ext cx="2219325"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46" name="">
            <a:extLst xmlns:a="http://schemas.openxmlformats.org/drawingml/2006/main">
              <a:ext uri="{FF2B5EF4-FFF2-40B4-BE49-F238E27FC236}">
                <a16:creationId xmlns:a16="http://schemas.microsoft.com/office/drawing/2014/main" id="{D5F636CE-7BDA-46BD-BE1A-0F0810072BA5}"/>
              </a:ext>
            </a:extLst>
          </p:cNvPr>
          <p:cNvSpPr>
            <a:spLocks xmlns:a="http://schemas.openxmlformats.org/drawingml/2006/main" noGrp="1"/>
          </p:cNvSpPr>
          <p:nvPr/>
        </p:nvSpPr>
        <p:spPr>
          <a:xfrm xmlns:a="http://schemas.openxmlformats.org/drawingml/2006/main">
            <a:off x="1619250" y="5572125"/>
            <a:ext cx="2028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173042"/>
                </a:solidFill>
                <a:latin typeface="Arial"/>
                <a:ea typeface="Arial"/>
                <a:cs typeface="Arial"/>
              </a:defRPr>
            </a:defPPr>
            <a:lvl1pPr algn="l">
              <a:buNone/>
              <a:defRPr sz="1425" b="0">
                <a:solidFill>
                  <a:srgbClr val="173042"/>
                </a:solidFill>
                <a:latin typeface="Arial"/>
                <a:ea typeface="Arial"/>
                <a:cs typeface="Arial"/>
              </a:defRPr>
            </a:lvl1pPr>
            <a:lvl2pPr algn="l">
              <a:buNone/>
              <a:defRPr sz="1425" b="0">
                <a:solidFill>
                  <a:srgbClr val="173042"/>
                </a:solidFill>
                <a:latin typeface="Arial"/>
                <a:ea typeface="Arial"/>
                <a:cs typeface="Arial"/>
              </a:defRPr>
            </a:lvl2pPr>
            <a:lvl3pPr algn="l">
              <a:buNone/>
              <a:defRPr sz="1425" b="0">
                <a:solidFill>
                  <a:srgbClr val="173042"/>
                </a:solidFill>
                <a:latin typeface="Arial"/>
                <a:ea typeface="Arial"/>
                <a:cs typeface="Arial"/>
              </a:defRPr>
            </a:lvl3pPr>
            <a:lvl4pPr algn="l">
              <a:buNone/>
              <a:defRPr sz="1425" b="0">
                <a:solidFill>
                  <a:srgbClr val="173042"/>
                </a:solidFill>
                <a:latin typeface="Arial"/>
                <a:ea typeface="Arial"/>
                <a:cs typeface="Arial"/>
              </a:defRPr>
            </a:lvl4pPr>
            <a:lvl5pPr algn="l">
              <a:buNone/>
              <a:defRPr sz="1425" b="0">
                <a:solidFill>
                  <a:srgbClr val="173042"/>
                </a:solidFill>
                <a:latin typeface="Arial"/>
                <a:ea typeface="Arial"/>
                <a:cs typeface="Arial"/>
              </a:defRPr>
            </a:lvl5pPr>
            <a:lvl6pPr algn="l">
              <a:buNone/>
              <a:defRPr sz="1425" b="0">
                <a:solidFill>
                  <a:srgbClr val="173042"/>
                </a:solidFill>
                <a:latin typeface="Arial"/>
                <a:ea typeface="Arial"/>
                <a:cs typeface="Arial"/>
              </a:defRPr>
            </a:lvl6pPr>
            <a:lvl7pPr algn="l">
              <a:buNone/>
              <a:defRPr sz="1425" b="0">
                <a:solidFill>
                  <a:srgbClr val="173042"/>
                </a:solidFill>
                <a:latin typeface="Arial"/>
                <a:ea typeface="Arial"/>
                <a:cs typeface="Arial"/>
              </a:defRPr>
            </a:lvl7pPr>
            <a:lvl8pPr algn="l">
              <a:buNone/>
              <a:defRPr sz="1425" b="0">
                <a:solidFill>
                  <a:srgbClr val="173042"/>
                </a:solidFill>
                <a:latin typeface="Arial"/>
                <a:ea typeface="Arial"/>
                <a:cs typeface="Arial"/>
              </a:defRPr>
            </a:lvl8pPr>
            <a:lvl9pPr algn="l">
              <a:buNone/>
              <a:defRPr sz="1425" b="0">
                <a:solidFill>
                  <a:srgbClr val="173042"/>
                </a:solidFill>
                <a:latin typeface="Arial"/>
                <a:ea typeface="Arial"/>
                <a:cs typeface="Arial"/>
              </a:defRPr>
            </a:lvl9pPr>
          </a:lstStyle>
          <a:p xmlns:a="http://schemas.openxmlformats.org/drawingml/2006/main">
            <a:pPr algn="l">
              <a:buNone/>
              <a:defRPr sz="1425" b="0">
                <a:solidFill>
                  <a:srgbClr val="173042"/>
                </a:solidFill>
                <a:latin typeface="Arial"/>
                <a:ea typeface="Arial"/>
                <a:cs typeface="Arial"/>
              </a:defRPr>
            </a:pPr>
            <a:r>
              <a:rPr sz="1425" b="0">
                <a:solidFill>
                  <a:srgbClr val="173042"/>
                </a:solidFill>
                <a:latin typeface="Arial"/>
                <a:ea typeface="Arial"/>
                <a:cs typeface="Arial"/>
              </a:rPr>
              <a:t>Created(result, true)</a:t>
            </a:r>
          </a:p>
        </p:txBody>
      </p:sp>
      <p:sp>
        <p:nvSpPr>
          <p:cNvPr id="47" name="">
            <a:extLst xmlns:a="http://schemas.openxmlformats.org/drawingml/2006/main">
              <a:ext uri="{FF2B5EF4-FFF2-40B4-BE49-F238E27FC236}">
                <a16:creationId xmlns:a16="http://schemas.microsoft.com/office/drawing/2014/main" id="{BE578D27-966E-4BD6-987A-AC7DE2F26EEA}"/>
              </a:ext>
            </a:extLst>
          </p:cNvPr>
          <p:cNvSpPr>
            <a:spLocks xmlns:a="http://schemas.openxmlformats.org/drawingml/2006/main" noGrp="1"/>
          </p:cNvSpPr>
          <p:nvPr/>
        </p:nvSpPr>
        <p:spPr>
          <a:xfrm xmlns:a="http://schemas.openxmlformats.org/drawingml/2006/main">
            <a:off x="609600" y="6115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607681"/>
                </a:solidFill>
                <a:latin typeface="Arial"/>
                <a:ea typeface="Arial"/>
                <a:cs typeface="Arial"/>
              </a:defRPr>
            </a:defPPr>
            <a:lvl1pPr algn="l">
              <a:buNone/>
              <a:defRPr sz="1575" b="0">
                <a:solidFill>
                  <a:srgbClr val="607681"/>
                </a:solidFill>
                <a:latin typeface="Arial"/>
                <a:ea typeface="Arial"/>
                <a:cs typeface="Arial"/>
              </a:defRPr>
            </a:lvl1pPr>
            <a:lvl2pPr algn="l">
              <a:buNone/>
              <a:defRPr sz="1575" b="0">
                <a:solidFill>
                  <a:srgbClr val="607681"/>
                </a:solidFill>
                <a:latin typeface="Arial"/>
                <a:ea typeface="Arial"/>
                <a:cs typeface="Arial"/>
              </a:defRPr>
            </a:lvl2pPr>
            <a:lvl3pPr algn="l">
              <a:buNone/>
              <a:defRPr sz="1575" b="0">
                <a:solidFill>
                  <a:srgbClr val="607681"/>
                </a:solidFill>
                <a:latin typeface="Arial"/>
                <a:ea typeface="Arial"/>
                <a:cs typeface="Arial"/>
              </a:defRPr>
            </a:lvl3pPr>
            <a:lvl4pPr algn="l">
              <a:buNone/>
              <a:defRPr sz="1575" b="0">
                <a:solidFill>
                  <a:srgbClr val="607681"/>
                </a:solidFill>
                <a:latin typeface="Arial"/>
                <a:ea typeface="Arial"/>
                <a:cs typeface="Arial"/>
              </a:defRPr>
            </a:lvl4pPr>
            <a:lvl5pPr algn="l">
              <a:buNone/>
              <a:defRPr sz="1575" b="0">
                <a:solidFill>
                  <a:srgbClr val="607681"/>
                </a:solidFill>
                <a:latin typeface="Arial"/>
                <a:ea typeface="Arial"/>
                <a:cs typeface="Arial"/>
              </a:defRPr>
            </a:lvl5pPr>
            <a:lvl6pPr algn="l">
              <a:buNone/>
              <a:defRPr sz="1575" b="0">
                <a:solidFill>
                  <a:srgbClr val="607681"/>
                </a:solidFill>
                <a:latin typeface="Arial"/>
                <a:ea typeface="Arial"/>
                <a:cs typeface="Arial"/>
              </a:defRPr>
            </a:lvl6pPr>
            <a:lvl7pPr algn="l">
              <a:buNone/>
              <a:defRPr sz="1575" b="0">
                <a:solidFill>
                  <a:srgbClr val="607681"/>
                </a:solidFill>
                <a:latin typeface="Arial"/>
                <a:ea typeface="Arial"/>
                <a:cs typeface="Arial"/>
              </a:defRPr>
            </a:lvl7pPr>
            <a:lvl8pPr algn="l">
              <a:buNone/>
              <a:defRPr sz="1575" b="0">
                <a:solidFill>
                  <a:srgbClr val="607681"/>
                </a:solidFill>
                <a:latin typeface="Arial"/>
                <a:ea typeface="Arial"/>
                <a:cs typeface="Arial"/>
              </a:defRPr>
            </a:lvl8pPr>
            <a:lvl9pPr algn="l">
              <a:buNone/>
              <a:defRPr sz="1575" b="0">
                <a:solidFill>
                  <a:srgbClr val="607681"/>
                </a:solidFill>
                <a:latin typeface="Arial"/>
                <a:ea typeface="Arial"/>
                <a:cs typeface="Arial"/>
              </a:defRPr>
            </a:lvl9pPr>
          </a:lstStyle>
          <a:p xmlns:a="http://schemas.openxmlformats.org/drawingml/2006/main">
            <a:pPr algn="l">
              <a:buNone/>
              <a:defRPr sz="1575" b="0">
                <a:solidFill>
                  <a:srgbClr val="607681"/>
                </a:solidFill>
                <a:latin typeface="Arial"/>
                <a:ea typeface="Arial"/>
                <a:cs typeface="Arial"/>
              </a:defRPr>
            </a:pPr>
            <a:r>
              <a:rPr sz="1575" b="0">
                <a:solidFill>
                  <a:srgbClr val="607681"/>
                </a:solidFill>
                <a:latin typeface="Arial"/>
                <a:ea typeface="Arial"/>
                <a:cs typeface="Arial"/>
              </a:rPr>
              <a:t>{One transaction: any failure rolls back all writes. Same-key replay returns the prior result.}</a:t>
            </a:r>
          </a:p>
        </p:txBody>
      </p:sp>
      <p:cxnSp>
        <p:nvCxnSpPr>
          <p:cNvPr id="49" name="Footer rule">
            <a:extLst xmlns:a="http://schemas.openxmlformats.org/drawingml/2006/main">
              <a:ext uri="{FF2B5EF4-FFF2-40B4-BE49-F238E27FC236}">
                <a16:creationId xmlns:a16="http://schemas.microsoft.com/office/drawing/2014/main" id="{60D26CF5-0F75-418E-A531-72CE9AD6A5DB}"/>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3624410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8B14BA-0B0F-46F5-A731-53819DEA8086}"/>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D110BD21-44F6-4557-B510-183065618ECB}"/>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Design problems and patterns</a:t>
            </a:r>
          </a:p>
        </p:txBody>
      </p:sp>
      <p:sp>
        <p:nvSpPr>
          <p:cNvPr id="3" name="">
            <a:extLst xmlns:a="http://schemas.openxmlformats.org/drawingml/2006/main">
              <a:ext uri="{FF2B5EF4-FFF2-40B4-BE49-F238E27FC236}">
                <a16:creationId xmlns:a16="http://schemas.microsoft.com/office/drawing/2014/main" id="{FC64C757-8EF8-4F33-82B1-B3BC03ED5622}"/>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43228D82-5794-464A-A0E9-AFA309640A07}"/>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36ED6D2C-3EAD-43B6-9A55-80C665AC3CF7}"/>
              </a:ext>
            </a:extLst>
          </p:cNvPr>
          <p:cNvGraphicFramePr/>
          <p:nvPr/>
        </p:nvGraphicFramePr>
        <p:xfrm>
          <a:off xmlns:a="http://schemas.openxmlformats.org/drawingml/2006/main" x="609600" y="1762125"/>
          <a:ext xmlns:a="http://schemas.openxmlformats.org/drawingml/2006/main" cx="10972800" cy="3524250"/>
        </p:xfrm>
        <a:graphic xmlns:a="http://schemas.openxmlformats.org/drawingml/2006/main">
          <a:graphicData uri="http://schemas.openxmlformats.org/drawingml/2006/table">
            <a:tbl>
              <a:tblPr/>
              <a:tblGrid>
                <a:gridCol w="2000250"/>
                <a:gridCol w="5334000"/>
                <a:gridCol w="3638550"/>
              </a:tblGrid>
              <a:tr h="881063">
                <a:tc>
                  <a:txBody>
                    <a:bodyPr/>
                    <a:lstStyle/>
                    <a:p>
                      <a:r>
                        <a:rPr sz="1875" b="1">
                          <a:solidFill>
                            <a:srgbClr val="FFFFFF"/>
                          </a:solidFill>
                          <a:latin typeface="Arial"/>
                          <a:ea typeface="Arial"/>
                          <a:cs typeface="Arial"/>
                        </a:rPr>
                        <a:t>Pattern</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75" b="1">
                          <a:solidFill>
                            <a:srgbClr val="FFFFFF"/>
                          </a:solidFill>
                          <a:latin typeface="Arial"/>
                          <a:ea typeface="Arial"/>
                          <a:cs typeface="Arial"/>
                        </a:rPr>
                        <a:t>Problem and choice</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75" b="1">
                          <a:solidFill>
                            <a:srgbClr val="FFFFFF"/>
                          </a:solidFill>
                          <a:latin typeface="Arial"/>
                          <a:ea typeface="Arial"/>
                          <a:cs typeface="Arial"/>
                        </a:rPr>
                        <a:t>Verification</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881063">
                <a:tc>
                  <a:txBody>
                    <a:bodyPr/>
                    <a:lstStyle/>
                    <a:p>
                      <a:r>
                        <a:rPr sz="1875" b="0">
                          <a:solidFill>
                            <a:srgbClr val="173042"/>
                          </a:solidFill>
                          <a:latin typeface="Arial"/>
                          <a:ea typeface="Arial"/>
                          <a:cs typeface="Arial"/>
                        </a:rPr>
                        <a:t>Observer</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Booking event notifies ticket</a:t>
                      </a:r>
                    </a:p>
                    <a:p>
                      <a:r>
                        <a:rPr sz="1875" b="0">
                          <a:solidFill>
                            <a:srgbClr val="173042"/>
                          </a:solidFill>
                          <a:latin typeface="Arial"/>
                          <a:ea typeface="Arial"/>
                          <a:cs typeface="Arial"/>
                        </a:rPr>
                        <a:t>and notification listeners</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Listener failure rolls</a:t>
                      </a:r>
                    </a:p>
                    <a:p>
                      <a:r>
                        <a:rPr sz="1875" b="0">
                          <a:solidFill>
                            <a:srgbClr val="173042"/>
                          </a:solidFill>
                          <a:latin typeface="Arial"/>
                          <a:ea typeface="Arial"/>
                          <a:cs typeface="Arial"/>
                        </a:rPr>
                        <a:t>back the transaction</a:t>
                      </a:r>
                    </a:p>
                  </a:txBody>
                  <a:tcPr marL="91440" marR="91440" marT="45720" marB="45720">
                    <a:lnR w="9525">
                      <a:solidFill>
                        <a:srgbClr val="B6C6CC"/>
                      </a:solidFill>
                      <a:prstDash val="solid"/>
                    </a:lnR>
                    <a:lnB w="9525">
                      <a:solidFill>
                        <a:srgbClr val="B6C6CC"/>
                      </a:solidFill>
                      <a:prstDash val="solid"/>
                    </a:lnB>
                    <a:solidFill>
                      <a:srgbClr val="FFFFFF"/>
                    </a:solidFill>
                  </a:tcPr>
                </a:tc>
              </a:tr>
              <a:tr h="881063">
                <a:tc>
                  <a:txBody>
                    <a:bodyPr/>
                    <a:lstStyle/>
                    <a:p>
                      <a:r>
                        <a:rPr sz="1875" b="0">
                          <a:solidFill>
                            <a:srgbClr val="173042"/>
                          </a:solidFill>
                          <a:latin typeface="Arial"/>
                          <a:ea typeface="Arial"/>
                          <a:cs typeface="Arial"/>
                        </a:rPr>
                        <a:t>State</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75" b="0">
                          <a:solidFill>
                            <a:srgbClr val="173042"/>
                          </a:solidFill>
                          <a:latin typeface="Arial"/>
                          <a:ea typeface="Arial"/>
                          <a:cs typeface="Arial"/>
                        </a:rPr>
                        <a:t>Ticket behavior depends on</a:t>
                      </a:r>
                    </a:p>
                    <a:p>
                      <a:r>
                        <a:rPr sz="1875" b="0">
                          <a:solidFill>
                            <a:srgbClr val="173042"/>
                          </a:solidFill>
                          <a:latin typeface="Arial"/>
                          <a:ea typeface="Arial"/>
                          <a:cs typeface="Arial"/>
                        </a:rPr>
                        <a:t>VALID / CHECKED_IN / VOID</a:t>
                      </a:r>
                    </a:p>
                  </a:txBody>
                  <a:tcPr marL="91440" marR="91440" marT="45720" marB="45720">
                    <a:lnR w="9525">
                      <a:solidFill>
                        <a:srgbClr val="B6C6CC"/>
                      </a:solidFill>
                      <a:prstDash val="solid"/>
                    </a:lnR>
                    <a:lnB w="9525">
                      <a:solidFill>
                        <a:srgbClr val="B6C6CC"/>
                      </a:solidFill>
                      <a:prstDash val="solid"/>
                    </a:lnB>
                    <a:solidFill>
                      <a:srgbClr val="EEF4F6"/>
                    </a:solidFill>
                  </a:tcPr>
                </a:tc>
                <a:tc>
                  <a:txBody>
                    <a:bodyPr/>
                    <a:lstStyle/>
                    <a:p>
                      <a:r>
                        <a:rPr sz="1875" b="0">
                          <a:solidFill>
                            <a:srgbClr val="173042"/>
                          </a:solidFill>
                          <a:latin typeface="Arial"/>
                          <a:ea typeface="Arial"/>
                          <a:cs typeface="Arial"/>
                        </a:rPr>
                        <a:t>Duplicate check-in and</a:t>
                      </a:r>
                    </a:p>
                    <a:p>
                      <a:r>
                        <a:rPr sz="1875" b="0">
                          <a:solidFill>
                            <a:srgbClr val="173042"/>
                          </a:solidFill>
                          <a:latin typeface="Arial"/>
                          <a:ea typeface="Arial"/>
                          <a:cs typeface="Arial"/>
                        </a:rPr>
                        <a:t>VOID rejection</a:t>
                      </a:r>
                    </a:p>
                  </a:txBody>
                  <a:tcPr marL="91440" marR="91440" marT="45720" marB="45720">
                    <a:lnR w="9525">
                      <a:solidFill>
                        <a:srgbClr val="B6C6CC"/>
                      </a:solidFill>
                      <a:prstDash val="solid"/>
                    </a:lnR>
                    <a:lnB w="9525">
                      <a:solidFill>
                        <a:srgbClr val="B6C6CC"/>
                      </a:solidFill>
                      <a:prstDash val="solid"/>
                    </a:lnB>
                    <a:solidFill>
                      <a:srgbClr val="EEF4F6"/>
                    </a:solidFill>
                  </a:tcPr>
                </a:tc>
              </a:tr>
              <a:tr h="881063">
                <a:tc>
                  <a:txBody>
                    <a:bodyPr/>
                    <a:lstStyle/>
                    <a:p>
                      <a:r>
                        <a:rPr sz="1875" b="0">
                          <a:solidFill>
                            <a:srgbClr val="173042"/>
                          </a:solidFill>
                          <a:latin typeface="Arial"/>
                          <a:ea typeface="Arial"/>
                          <a:cs typeface="Arial"/>
                        </a:rPr>
                        <a:t>Strategy</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Field types need different</a:t>
                      </a:r>
                    </a:p>
                    <a:p>
                      <a:r>
                        <a:rPr sz="1875" b="0">
                          <a:solidFill>
                            <a:srgbClr val="173042"/>
                          </a:solidFill>
                          <a:latin typeface="Arial"/>
                          <a:ea typeface="Arial"/>
                          <a:cs typeface="Arial"/>
                        </a:rPr>
                        <a:t>validation rules</a:t>
                      </a:r>
                    </a:p>
                  </a:txBody>
                  <a:tcPr marL="91440" marR="91440" marT="45720" marB="45720">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Malformed email never</a:t>
                      </a:r>
                    </a:p>
                    <a:p>
                      <a:r>
                        <a:rPr sz="1875" b="0">
                          <a:solidFill>
                            <a:srgbClr val="173042"/>
                          </a:solidFill>
                          <a:latin typeface="Arial"/>
                          <a:ea typeface="Arial"/>
                          <a:cs typeface="Arial"/>
                        </a:rPr>
                        <a:t>reserves inventory</a:t>
                      </a:r>
                    </a:p>
                  </a:txBody>
                  <a:tcPr marL="91440" marR="91440" marT="45720" marB="45720">
                    <a:lnR w="9525">
                      <a:solidFill>
                        <a:srgbClr val="B6C6CC"/>
                      </a:solidFill>
                      <a:prstDash val="solid"/>
                    </a:lnR>
                    <a:lnB w="9525">
                      <a:solidFill>
                        <a:srgbClr val="B6C6CC"/>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8EEA59D-D8E1-46F3-A864-7F0835249218}"/>
              </a:ext>
            </a:extLst>
          </p:cNvPr>
          <p:cNvSpPr>
            <a:spLocks xmlns:a="http://schemas.openxmlformats.org/drawingml/2006/main" noGrp="1"/>
          </p:cNvSpPr>
          <p:nvPr/>
        </p:nvSpPr>
        <p:spPr>
          <a:xfrm xmlns:a="http://schemas.openxmlformats.org/drawingml/2006/main">
            <a:off x="609600" y="56483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681"/>
                </a:solidFill>
                <a:latin typeface="Arial"/>
                <a:ea typeface="Arial"/>
                <a:cs typeface="Arial"/>
              </a:defRPr>
            </a:defPPr>
            <a:lvl1pPr>
              <a:buNone/>
              <a:defRPr sz="1725" b="0">
                <a:solidFill>
                  <a:srgbClr val="607681"/>
                </a:solidFill>
                <a:latin typeface="Arial"/>
                <a:ea typeface="Arial"/>
                <a:cs typeface="Arial"/>
              </a:defRPr>
            </a:lvl1pPr>
            <a:lvl2pPr>
              <a:buNone/>
              <a:defRPr sz="1725" b="0">
                <a:solidFill>
                  <a:srgbClr val="607681"/>
                </a:solidFill>
                <a:latin typeface="Arial"/>
                <a:ea typeface="Arial"/>
                <a:cs typeface="Arial"/>
              </a:defRPr>
            </a:lvl2pPr>
            <a:lvl3pPr>
              <a:buNone/>
              <a:defRPr sz="1725" b="0">
                <a:solidFill>
                  <a:srgbClr val="607681"/>
                </a:solidFill>
                <a:latin typeface="Arial"/>
                <a:ea typeface="Arial"/>
                <a:cs typeface="Arial"/>
              </a:defRPr>
            </a:lvl3pPr>
            <a:lvl4pPr>
              <a:buNone/>
              <a:defRPr sz="1725" b="0">
                <a:solidFill>
                  <a:srgbClr val="607681"/>
                </a:solidFill>
                <a:latin typeface="Arial"/>
                <a:ea typeface="Arial"/>
                <a:cs typeface="Arial"/>
              </a:defRPr>
            </a:lvl4pPr>
            <a:lvl5pPr>
              <a:buNone/>
              <a:defRPr sz="1725" b="0">
                <a:solidFill>
                  <a:srgbClr val="607681"/>
                </a:solidFill>
                <a:latin typeface="Arial"/>
                <a:ea typeface="Arial"/>
                <a:cs typeface="Arial"/>
              </a:defRPr>
            </a:lvl5pPr>
            <a:lvl6pPr>
              <a:buNone/>
              <a:defRPr sz="1725" b="0">
                <a:solidFill>
                  <a:srgbClr val="607681"/>
                </a:solidFill>
                <a:latin typeface="Arial"/>
                <a:ea typeface="Arial"/>
                <a:cs typeface="Arial"/>
              </a:defRPr>
            </a:lvl6pPr>
            <a:lvl7pPr>
              <a:buNone/>
              <a:defRPr sz="1725" b="0">
                <a:solidFill>
                  <a:srgbClr val="607681"/>
                </a:solidFill>
                <a:latin typeface="Arial"/>
                <a:ea typeface="Arial"/>
                <a:cs typeface="Arial"/>
              </a:defRPr>
            </a:lvl7pPr>
            <a:lvl8pPr>
              <a:buNone/>
              <a:defRPr sz="1725" b="0">
                <a:solidFill>
                  <a:srgbClr val="607681"/>
                </a:solidFill>
                <a:latin typeface="Arial"/>
                <a:ea typeface="Arial"/>
                <a:cs typeface="Arial"/>
              </a:defRPr>
            </a:lvl8pPr>
            <a:lvl9pPr>
              <a:buNone/>
              <a:defRPr sz="1725" b="0">
                <a:solidFill>
                  <a:srgbClr val="607681"/>
                </a:solidFill>
                <a:latin typeface="Arial"/>
                <a:ea typeface="Arial"/>
                <a:cs typeface="Arial"/>
              </a:defRPr>
            </a:lvl9pPr>
          </a:lstStyle>
          <a:p xmlns:a="http://schemas.openxmlformats.org/drawingml/2006/main">
            <a:pPr>
              <a:buNone/>
              <a:defRPr sz="1725" b="0">
                <a:solidFill>
                  <a:srgbClr val="607681"/>
                </a:solidFill>
                <a:latin typeface="Arial"/>
                <a:ea typeface="Arial"/>
                <a:cs typeface="Arial"/>
              </a:defRPr>
            </a:pPr>
            <a:r>
              <a:rPr sz="1725" b="0">
                <a:solidFill>
                  <a:srgbClr val="607681"/>
                </a:solidFill>
                <a:latin typeface="Arial"/>
                <a:ea typeface="Arial"/>
                <a:cs typeface="Arial"/>
              </a:rPr>
              <a:t>Pattern details and class responsibilities: appendix slides 25–27.</a:t>
            </a:r>
          </a:p>
        </p:txBody>
      </p:sp>
      <p:cxnSp>
        <p:nvCxnSpPr>
          <p:cNvPr id="8" name="Footer rule">
            <a:extLst xmlns:a="http://schemas.openxmlformats.org/drawingml/2006/main">
              <a:ext uri="{FF2B5EF4-FFF2-40B4-BE49-F238E27FC236}">
                <a16:creationId xmlns:a16="http://schemas.microsoft.com/office/drawing/2014/main" id="{0F4F2016-27AF-4DE3-ACE6-A85A75D05692}"/>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20759593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5E4CC5-56FC-4830-A49F-149B1117C019}"/>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8B478371-7496-4E54-8E9C-C38D7D4C4992}"/>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UC07 Check-in and ticket states</a:t>
            </a:r>
          </a:p>
        </p:txBody>
      </p:sp>
      <p:sp>
        <p:nvSpPr>
          <p:cNvPr id="3" name="">
            <a:extLst xmlns:a="http://schemas.openxmlformats.org/drawingml/2006/main">
              <a:ext uri="{FF2B5EF4-FFF2-40B4-BE49-F238E27FC236}">
                <a16:creationId xmlns:a16="http://schemas.microsoft.com/office/drawing/2014/main" id="{C3CA2E25-BE96-4445-843A-6F5013F824B1}"/>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170B7D27-3402-4860-93FB-F525636E3619}"/>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D2BCE44-7C3B-4CD1-8CD3-29E152C55D02}"/>
              </a:ext>
            </a:extLst>
          </p:cNvPr>
          <p:cNvSpPr>
            <a:spLocks xmlns:a="http://schemas.openxmlformats.org/drawingml/2006/main" noGrp="1"/>
          </p:cNvSpPr>
          <p:nvPr/>
        </p:nvSpPr>
        <p:spPr>
          <a:xfrm xmlns:a="http://schemas.openxmlformats.org/drawingml/2006/main">
            <a:off x="742950" y="2333625"/>
            <a:ext cx="209550" cy="209550"/>
          </a:xfrm>
          <a:prstGeom xmlns:a="http://schemas.openxmlformats.org/drawingml/2006/main" prst="ellipse">
            <a:avLst/>
          </a:prstGeom>
          <a:solidFill xmlns:a="http://schemas.openxmlformats.org/drawingml/2006/main">
            <a:srgbClr val="173042"/>
          </a:solidFill>
          <a:ln xmlns:a="http://schemas.openxmlformats.org/drawingml/2006/main" w="14288">
            <a:solidFill>
              <a:srgbClr val="173042"/>
            </a:solidFill>
          </a:ln>
        </p:spPr>
      </p:sp>
      <p:cxnSp>
        <p:nvCxnSpPr>
          <p:cNvPr id="6" name="">
            <a:extLst xmlns:a="http://schemas.openxmlformats.org/drawingml/2006/main">
              <a:ext uri="{FF2B5EF4-FFF2-40B4-BE49-F238E27FC236}">
                <a16:creationId xmlns:a16="http://schemas.microsoft.com/office/drawing/2014/main" id="{BFD0473C-5A83-4DCA-9186-2D7C148873FE}"/>
              </a:ext>
            </a:extLst>
          </p:cNvPr>
          <p:cNvCxnSpPr/>
          <p:nvPr/>
        </p:nvCxnSpPr>
        <p:spPr>
          <a:xfrm xmlns:a="http://schemas.openxmlformats.org/drawingml/2006/main" flipH="0" flipV="0">
            <a:off x="952500" y="2438400"/>
            <a:ext cx="1095375" cy="0"/>
          </a:xfrm>
          <a:prstGeom xmlns:a="http://schemas.openxmlformats.org/drawingml/2006/main" prst="straightConnector1">
            <a:avLst/>
          </a:prstGeom>
          <a:ln xmlns:a="http://schemas.openxmlformats.org/drawingml/2006/main" w="15240">
            <a:solidFill>
              <a:srgbClr val="173042"/>
            </a:solidFill>
            <a:prstDash val="solid"/>
            <a:tailEnd type="arrow" w="med" len="med"/>
          </a:ln>
        </p:spPr>
      </p:cxnSp>
      <p:sp>
        <p:nvSpPr>
          <p:cNvPr id="7" name="">
            <a:extLst xmlns:a="http://schemas.openxmlformats.org/drawingml/2006/main">
              <a:ext uri="{FF2B5EF4-FFF2-40B4-BE49-F238E27FC236}">
                <a16:creationId xmlns:a16="http://schemas.microsoft.com/office/drawing/2014/main" id="{11239C37-93F5-4B13-8AD3-5AFCC5E7B251}"/>
              </a:ext>
            </a:extLst>
          </p:cNvPr>
          <p:cNvSpPr>
            <a:spLocks xmlns:a="http://schemas.openxmlformats.org/drawingml/2006/main" noGrp="1"/>
          </p:cNvSpPr>
          <p:nvPr/>
        </p:nvSpPr>
        <p:spPr>
          <a:xfrm xmlns:a="http://schemas.openxmlformats.org/drawingml/2006/main">
            <a:off x="1028700" y="2085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607681"/>
                </a:solidFill>
                <a:latin typeface="Arial"/>
                <a:ea typeface="Arial"/>
                <a:cs typeface="Arial"/>
              </a:defRPr>
            </a:defPPr>
            <a:lvl1pPr algn="l">
              <a:buNone/>
              <a:defRPr sz="1575" b="0">
                <a:solidFill>
                  <a:srgbClr val="607681"/>
                </a:solidFill>
                <a:latin typeface="Arial"/>
                <a:ea typeface="Arial"/>
                <a:cs typeface="Arial"/>
              </a:defRPr>
            </a:lvl1pPr>
            <a:lvl2pPr algn="l">
              <a:buNone/>
              <a:defRPr sz="1575" b="0">
                <a:solidFill>
                  <a:srgbClr val="607681"/>
                </a:solidFill>
                <a:latin typeface="Arial"/>
                <a:ea typeface="Arial"/>
                <a:cs typeface="Arial"/>
              </a:defRPr>
            </a:lvl2pPr>
            <a:lvl3pPr algn="l">
              <a:buNone/>
              <a:defRPr sz="1575" b="0">
                <a:solidFill>
                  <a:srgbClr val="607681"/>
                </a:solidFill>
                <a:latin typeface="Arial"/>
                <a:ea typeface="Arial"/>
                <a:cs typeface="Arial"/>
              </a:defRPr>
            </a:lvl3pPr>
            <a:lvl4pPr algn="l">
              <a:buNone/>
              <a:defRPr sz="1575" b="0">
                <a:solidFill>
                  <a:srgbClr val="607681"/>
                </a:solidFill>
                <a:latin typeface="Arial"/>
                <a:ea typeface="Arial"/>
                <a:cs typeface="Arial"/>
              </a:defRPr>
            </a:lvl4pPr>
            <a:lvl5pPr algn="l">
              <a:buNone/>
              <a:defRPr sz="1575" b="0">
                <a:solidFill>
                  <a:srgbClr val="607681"/>
                </a:solidFill>
                <a:latin typeface="Arial"/>
                <a:ea typeface="Arial"/>
                <a:cs typeface="Arial"/>
              </a:defRPr>
            </a:lvl5pPr>
            <a:lvl6pPr algn="l">
              <a:buNone/>
              <a:defRPr sz="1575" b="0">
                <a:solidFill>
                  <a:srgbClr val="607681"/>
                </a:solidFill>
                <a:latin typeface="Arial"/>
                <a:ea typeface="Arial"/>
                <a:cs typeface="Arial"/>
              </a:defRPr>
            </a:lvl6pPr>
            <a:lvl7pPr algn="l">
              <a:buNone/>
              <a:defRPr sz="1575" b="0">
                <a:solidFill>
                  <a:srgbClr val="607681"/>
                </a:solidFill>
                <a:latin typeface="Arial"/>
                <a:ea typeface="Arial"/>
                <a:cs typeface="Arial"/>
              </a:defRPr>
            </a:lvl7pPr>
            <a:lvl8pPr algn="l">
              <a:buNone/>
              <a:defRPr sz="1575" b="0">
                <a:solidFill>
                  <a:srgbClr val="607681"/>
                </a:solidFill>
                <a:latin typeface="Arial"/>
                <a:ea typeface="Arial"/>
                <a:cs typeface="Arial"/>
              </a:defRPr>
            </a:lvl8pPr>
            <a:lvl9pPr algn="l">
              <a:buNone/>
              <a:defRPr sz="1575" b="0">
                <a:solidFill>
                  <a:srgbClr val="607681"/>
                </a:solidFill>
                <a:latin typeface="Arial"/>
                <a:ea typeface="Arial"/>
                <a:cs typeface="Arial"/>
              </a:defRPr>
            </a:lvl9pPr>
          </a:lstStyle>
          <a:p xmlns:a="http://schemas.openxmlformats.org/drawingml/2006/main">
            <a:pPr algn="l">
              <a:buNone/>
              <a:defRPr sz="1575" b="0">
                <a:solidFill>
                  <a:srgbClr val="607681"/>
                </a:solidFill>
                <a:latin typeface="Arial"/>
                <a:ea typeface="Arial"/>
                <a:cs typeface="Arial"/>
              </a:defRPr>
            </a:pPr>
            <a:r>
              <a:rPr sz="1575" b="0">
                <a:solidFill>
                  <a:srgbClr val="607681"/>
                </a:solidFill>
                <a:latin typeface="Arial"/>
                <a:ea typeface="Arial"/>
                <a:cs typeface="Arial"/>
              </a:rPr>
              <a:t>issue()</a:t>
            </a:r>
          </a:p>
        </p:txBody>
      </p:sp>
      <p:sp>
        <p:nvSpPr>
          <p:cNvPr id="8" name="">
            <a:extLst xmlns:a="http://schemas.openxmlformats.org/drawingml/2006/main">
              <a:ext uri="{FF2B5EF4-FFF2-40B4-BE49-F238E27FC236}">
                <a16:creationId xmlns:a16="http://schemas.microsoft.com/office/drawing/2014/main" id="{AFE28BAB-2C13-4128-A86F-22C4379FC965}"/>
              </a:ext>
            </a:extLst>
          </p:cNvPr>
          <p:cNvSpPr>
            <a:spLocks xmlns:a="http://schemas.openxmlformats.org/drawingml/2006/main" noGrp="1"/>
          </p:cNvSpPr>
          <p:nvPr/>
        </p:nvSpPr>
        <p:spPr>
          <a:xfrm xmlns:a="http://schemas.openxmlformats.org/drawingml/2006/main">
            <a:off x="2047875" y="2000250"/>
            <a:ext cx="2857500" cy="857250"/>
          </a:xfrm>
          <a:prstGeom xmlns:a="http://schemas.openxmlformats.org/drawingml/2006/main" prst="roundRect">
            <a:avLst>
              <a:gd name="adj" fmla="val 8889"/>
            </a:avLst>
          </a:prstGeom>
          <a:solidFill xmlns:a="http://schemas.openxmlformats.org/drawingml/2006/main">
            <a:srgbClr val="EEF4F6"/>
          </a:solidFill>
          <a:ln xmlns:a="http://schemas.openxmlformats.org/drawingml/2006/main" w="14288">
            <a:solidFill>
              <a:srgbClr val="173042"/>
            </a:solidFill>
          </a:ln>
        </p:spPr>
      </p:sp>
      <p:sp>
        <p:nvSpPr>
          <p:cNvPr id="9" name="">
            <a:extLst xmlns:a="http://schemas.openxmlformats.org/drawingml/2006/main">
              <a:ext uri="{FF2B5EF4-FFF2-40B4-BE49-F238E27FC236}">
                <a16:creationId xmlns:a16="http://schemas.microsoft.com/office/drawing/2014/main" id="{20B7261E-518E-4135-8C9B-7E3B04D5D53F}"/>
              </a:ext>
            </a:extLst>
          </p:cNvPr>
          <p:cNvSpPr>
            <a:spLocks xmlns:a="http://schemas.openxmlformats.org/drawingml/2006/main" noGrp="1"/>
          </p:cNvSpPr>
          <p:nvPr/>
        </p:nvSpPr>
        <p:spPr>
          <a:xfrm xmlns:a="http://schemas.openxmlformats.org/drawingml/2006/main">
            <a:off x="2143125" y="22764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173042"/>
                </a:solidFill>
                <a:latin typeface="Arial"/>
                <a:ea typeface="Arial"/>
                <a:cs typeface="Arial"/>
              </a:defRPr>
            </a:defPPr>
            <a:lvl1pPr algn="ctr">
              <a:buNone/>
              <a:defRPr sz="2175" b="1">
                <a:solidFill>
                  <a:srgbClr val="173042"/>
                </a:solidFill>
                <a:latin typeface="Arial"/>
                <a:ea typeface="Arial"/>
                <a:cs typeface="Arial"/>
              </a:defRPr>
            </a:lvl1pPr>
            <a:lvl2pPr algn="ctr">
              <a:buNone/>
              <a:defRPr sz="2175" b="1">
                <a:solidFill>
                  <a:srgbClr val="173042"/>
                </a:solidFill>
                <a:latin typeface="Arial"/>
                <a:ea typeface="Arial"/>
                <a:cs typeface="Arial"/>
              </a:defRPr>
            </a:lvl2pPr>
            <a:lvl3pPr algn="ctr">
              <a:buNone/>
              <a:defRPr sz="2175" b="1">
                <a:solidFill>
                  <a:srgbClr val="173042"/>
                </a:solidFill>
                <a:latin typeface="Arial"/>
                <a:ea typeface="Arial"/>
                <a:cs typeface="Arial"/>
              </a:defRPr>
            </a:lvl3pPr>
            <a:lvl4pPr algn="ctr">
              <a:buNone/>
              <a:defRPr sz="2175" b="1">
                <a:solidFill>
                  <a:srgbClr val="173042"/>
                </a:solidFill>
                <a:latin typeface="Arial"/>
                <a:ea typeface="Arial"/>
                <a:cs typeface="Arial"/>
              </a:defRPr>
            </a:lvl4pPr>
            <a:lvl5pPr algn="ctr">
              <a:buNone/>
              <a:defRPr sz="2175" b="1">
                <a:solidFill>
                  <a:srgbClr val="173042"/>
                </a:solidFill>
                <a:latin typeface="Arial"/>
                <a:ea typeface="Arial"/>
                <a:cs typeface="Arial"/>
              </a:defRPr>
            </a:lvl5pPr>
            <a:lvl6pPr algn="ctr">
              <a:buNone/>
              <a:defRPr sz="2175" b="1">
                <a:solidFill>
                  <a:srgbClr val="173042"/>
                </a:solidFill>
                <a:latin typeface="Arial"/>
                <a:ea typeface="Arial"/>
                <a:cs typeface="Arial"/>
              </a:defRPr>
            </a:lvl6pPr>
            <a:lvl7pPr algn="ctr">
              <a:buNone/>
              <a:defRPr sz="2175" b="1">
                <a:solidFill>
                  <a:srgbClr val="173042"/>
                </a:solidFill>
                <a:latin typeface="Arial"/>
                <a:ea typeface="Arial"/>
                <a:cs typeface="Arial"/>
              </a:defRPr>
            </a:lvl7pPr>
            <a:lvl8pPr algn="ctr">
              <a:buNone/>
              <a:defRPr sz="2175" b="1">
                <a:solidFill>
                  <a:srgbClr val="173042"/>
                </a:solidFill>
                <a:latin typeface="Arial"/>
                <a:ea typeface="Arial"/>
                <a:cs typeface="Arial"/>
              </a:defRPr>
            </a:lvl8pPr>
            <a:lvl9pPr algn="ctr">
              <a:buNone/>
              <a:defRPr sz="2175" b="1">
                <a:solidFill>
                  <a:srgbClr val="173042"/>
                </a:solidFill>
                <a:latin typeface="Arial"/>
                <a:ea typeface="Arial"/>
                <a:cs typeface="Arial"/>
              </a:defRPr>
            </a:lvl9pPr>
          </a:lstStyle>
          <a:p xmlns:a="http://schemas.openxmlformats.org/drawingml/2006/main">
            <a:pPr algn="ctr">
              <a:buNone/>
              <a:defRPr sz="2175" b="1">
                <a:solidFill>
                  <a:srgbClr val="173042"/>
                </a:solidFill>
                <a:latin typeface="Arial"/>
                <a:ea typeface="Arial"/>
                <a:cs typeface="Arial"/>
              </a:defRPr>
            </a:pPr>
            <a:r>
              <a:rPr sz="2175" b="1">
                <a:solidFill>
                  <a:srgbClr val="173042"/>
                </a:solidFill>
                <a:latin typeface="Arial"/>
                <a:ea typeface="Arial"/>
                <a:cs typeface="Arial"/>
              </a:rPr>
              <a:t>VALID</a:t>
            </a:r>
          </a:p>
        </p:txBody>
      </p:sp>
      <p:sp>
        <p:nvSpPr>
          <p:cNvPr id="10" name="">
            <a:extLst xmlns:a="http://schemas.openxmlformats.org/drawingml/2006/main">
              <a:ext uri="{FF2B5EF4-FFF2-40B4-BE49-F238E27FC236}">
                <a16:creationId xmlns:a16="http://schemas.microsoft.com/office/drawing/2014/main" id="{C5752FCD-4AE7-4675-9D6F-626AEFB39A9C}"/>
              </a:ext>
            </a:extLst>
          </p:cNvPr>
          <p:cNvSpPr>
            <a:spLocks xmlns:a="http://schemas.openxmlformats.org/drawingml/2006/main" noGrp="1"/>
          </p:cNvSpPr>
          <p:nvPr/>
        </p:nvSpPr>
        <p:spPr>
          <a:xfrm xmlns:a="http://schemas.openxmlformats.org/drawingml/2006/main">
            <a:off x="8572500" y="2000250"/>
            <a:ext cx="2857500" cy="857250"/>
          </a:xfrm>
          <a:prstGeom xmlns:a="http://schemas.openxmlformats.org/drawingml/2006/main" prst="roundRect">
            <a:avLst>
              <a:gd name="adj" fmla="val 8889"/>
            </a:avLst>
          </a:prstGeom>
          <a:solidFill xmlns:a="http://schemas.openxmlformats.org/drawingml/2006/main">
            <a:srgbClr val="EEF4F6"/>
          </a:solidFill>
          <a:ln xmlns:a="http://schemas.openxmlformats.org/drawingml/2006/main" w="14288">
            <a:solidFill>
              <a:srgbClr val="173042"/>
            </a:solidFill>
          </a:ln>
        </p:spPr>
      </p:sp>
      <p:sp>
        <p:nvSpPr>
          <p:cNvPr id="11" name="">
            <a:extLst xmlns:a="http://schemas.openxmlformats.org/drawingml/2006/main">
              <a:ext uri="{FF2B5EF4-FFF2-40B4-BE49-F238E27FC236}">
                <a16:creationId xmlns:a16="http://schemas.microsoft.com/office/drawing/2014/main" id="{ED2733BB-67F6-4ED3-BDA2-F4DB29E41166}"/>
              </a:ext>
            </a:extLst>
          </p:cNvPr>
          <p:cNvSpPr>
            <a:spLocks xmlns:a="http://schemas.openxmlformats.org/drawingml/2006/main" noGrp="1"/>
          </p:cNvSpPr>
          <p:nvPr/>
        </p:nvSpPr>
        <p:spPr>
          <a:xfrm xmlns:a="http://schemas.openxmlformats.org/drawingml/2006/main">
            <a:off x="8667750" y="22764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173042"/>
                </a:solidFill>
                <a:latin typeface="Arial"/>
                <a:ea typeface="Arial"/>
                <a:cs typeface="Arial"/>
              </a:defRPr>
            </a:defPPr>
            <a:lvl1pPr algn="ctr">
              <a:buNone/>
              <a:defRPr sz="2175" b="1">
                <a:solidFill>
                  <a:srgbClr val="173042"/>
                </a:solidFill>
                <a:latin typeface="Arial"/>
                <a:ea typeface="Arial"/>
                <a:cs typeface="Arial"/>
              </a:defRPr>
            </a:lvl1pPr>
            <a:lvl2pPr algn="ctr">
              <a:buNone/>
              <a:defRPr sz="2175" b="1">
                <a:solidFill>
                  <a:srgbClr val="173042"/>
                </a:solidFill>
                <a:latin typeface="Arial"/>
                <a:ea typeface="Arial"/>
                <a:cs typeface="Arial"/>
              </a:defRPr>
            </a:lvl2pPr>
            <a:lvl3pPr algn="ctr">
              <a:buNone/>
              <a:defRPr sz="2175" b="1">
                <a:solidFill>
                  <a:srgbClr val="173042"/>
                </a:solidFill>
                <a:latin typeface="Arial"/>
                <a:ea typeface="Arial"/>
                <a:cs typeface="Arial"/>
              </a:defRPr>
            </a:lvl3pPr>
            <a:lvl4pPr algn="ctr">
              <a:buNone/>
              <a:defRPr sz="2175" b="1">
                <a:solidFill>
                  <a:srgbClr val="173042"/>
                </a:solidFill>
                <a:latin typeface="Arial"/>
                <a:ea typeface="Arial"/>
                <a:cs typeface="Arial"/>
              </a:defRPr>
            </a:lvl4pPr>
            <a:lvl5pPr algn="ctr">
              <a:buNone/>
              <a:defRPr sz="2175" b="1">
                <a:solidFill>
                  <a:srgbClr val="173042"/>
                </a:solidFill>
                <a:latin typeface="Arial"/>
                <a:ea typeface="Arial"/>
                <a:cs typeface="Arial"/>
              </a:defRPr>
            </a:lvl5pPr>
            <a:lvl6pPr algn="ctr">
              <a:buNone/>
              <a:defRPr sz="2175" b="1">
                <a:solidFill>
                  <a:srgbClr val="173042"/>
                </a:solidFill>
                <a:latin typeface="Arial"/>
                <a:ea typeface="Arial"/>
                <a:cs typeface="Arial"/>
              </a:defRPr>
            </a:lvl6pPr>
            <a:lvl7pPr algn="ctr">
              <a:buNone/>
              <a:defRPr sz="2175" b="1">
                <a:solidFill>
                  <a:srgbClr val="173042"/>
                </a:solidFill>
                <a:latin typeface="Arial"/>
                <a:ea typeface="Arial"/>
                <a:cs typeface="Arial"/>
              </a:defRPr>
            </a:lvl7pPr>
            <a:lvl8pPr algn="ctr">
              <a:buNone/>
              <a:defRPr sz="2175" b="1">
                <a:solidFill>
                  <a:srgbClr val="173042"/>
                </a:solidFill>
                <a:latin typeface="Arial"/>
                <a:ea typeface="Arial"/>
                <a:cs typeface="Arial"/>
              </a:defRPr>
            </a:lvl8pPr>
            <a:lvl9pPr algn="ctr">
              <a:buNone/>
              <a:defRPr sz="2175" b="1">
                <a:solidFill>
                  <a:srgbClr val="173042"/>
                </a:solidFill>
                <a:latin typeface="Arial"/>
                <a:ea typeface="Arial"/>
                <a:cs typeface="Arial"/>
              </a:defRPr>
            </a:lvl9pPr>
          </a:lstStyle>
          <a:p xmlns:a="http://schemas.openxmlformats.org/drawingml/2006/main">
            <a:pPr algn="ctr">
              <a:buNone/>
              <a:defRPr sz="2175" b="1">
                <a:solidFill>
                  <a:srgbClr val="173042"/>
                </a:solidFill>
                <a:latin typeface="Arial"/>
                <a:ea typeface="Arial"/>
                <a:cs typeface="Arial"/>
              </a:defRPr>
            </a:pPr>
            <a:r>
              <a:rPr sz="2175" b="1">
                <a:solidFill>
                  <a:srgbClr val="173042"/>
                </a:solidFill>
                <a:latin typeface="Arial"/>
                <a:ea typeface="Arial"/>
                <a:cs typeface="Arial"/>
              </a:rPr>
              <a:t>CHECKED_IN</a:t>
            </a:r>
          </a:p>
        </p:txBody>
      </p:sp>
      <p:sp>
        <p:nvSpPr>
          <p:cNvPr id="12" name="">
            <a:extLst xmlns:a="http://schemas.openxmlformats.org/drawingml/2006/main">
              <a:ext uri="{FF2B5EF4-FFF2-40B4-BE49-F238E27FC236}">
                <a16:creationId xmlns:a16="http://schemas.microsoft.com/office/drawing/2014/main" id="{F61CAE5F-2F0D-44DF-8B4A-27EF7D385BCA}"/>
              </a:ext>
            </a:extLst>
          </p:cNvPr>
          <p:cNvSpPr>
            <a:spLocks xmlns:a="http://schemas.openxmlformats.org/drawingml/2006/main" noGrp="1"/>
          </p:cNvSpPr>
          <p:nvPr/>
        </p:nvSpPr>
        <p:spPr>
          <a:xfrm xmlns:a="http://schemas.openxmlformats.org/drawingml/2006/main">
            <a:off x="5334000" y="4524375"/>
            <a:ext cx="2857500" cy="857250"/>
          </a:xfrm>
          <a:prstGeom xmlns:a="http://schemas.openxmlformats.org/drawingml/2006/main" prst="roundRect">
            <a:avLst>
              <a:gd name="adj" fmla="val 8889"/>
            </a:avLst>
          </a:prstGeom>
          <a:solidFill xmlns:a="http://schemas.openxmlformats.org/drawingml/2006/main">
            <a:srgbClr val="EEF4F6"/>
          </a:solidFill>
          <a:ln xmlns:a="http://schemas.openxmlformats.org/drawingml/2006/main" w="14288">
            <a:solidFill>
              <a:srgbClr val="173042"/>
            </a:solidFill>
          </a:ln>
        </p:spPr>
      </p:sp>
      <p:sp>
        <p:nvSpPr>
          <p:cNvPr id="13" name="">
            <a:extLst xmlns:a="http://schemas.openxmlformats.org/drawingml/2006/main">
              <a:ext uri="{FF2B5EF4-FFF2-40B4-BE49-F238E27FC236}">
                <a16:creationId xmlns:a16="http://schemas.microsoft.com/office/drawing/2014/main" id="{F1FA64C1-1162-40AA-ACB2-156106AD51E6}"/>
              </a:ext>
            </a:extLst>
          </p:cNvPr>
          <p:cNvSpPr>
            <a:spLocks xmlns:a="http://schemas.openxmlformats.org/drawingml/2006/main" noGrp="1"/>
          </p:cNvSpPr>
          <p:nvPr/>
        </p:nvSpPr>
        <p:spPr>
          <a:xfrm xmlns:a="http://schemas.openxmlformats.org/drawingml/2006/main">
            <a:off x="5429250" y="48006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173042"/>
                </a:solidFill>
                <a:latin typeface="Arial"/>
                <a:ea typeface="Arial"/>
                <a:cs typeface="Arial"/>
              </a:defRPr>
            </a:defPPr>
            <a:lvl1pPr algn="ctr">
              <a:buNone/>
              <a:defRPr sz="2175" b="1">
                <a:solidFill>
                  <a:srgbClr val="173042"/>
                </a:solidFill>
                <a:latin typeface="Arial"/>
                <a:ea typeface="Arial"/>
                <a:cs typeface="Arial"/>
              </a:defRPr>
            </a:lvl1pPr>
            <a:lvl2pPr algn="ctr">
              <a:buNone/>
              <a:defRPr sz="2175" b="1">
                <a:solidFill>
                  <a:srgbClr val="173042"/>
                </a:solidFill>
                <a:latin typeface="Arial"/>
                <a:ea typeface="Arial"/>
                <a:cs typeface="Arial"/>
              </a:defRPr>
            </a:lvl2pPr>
            <a:lvl3pPr algn="ctr">
              <a:buNone/>
              <a:defRPr sz="2175" b="1">
                <a:solidFill>
                  <a:srgbClr val="173042"/>
                </a:solidFill>
                <a:latin typeface="Arial"/>
                <a:ea typeface="Arial"/>
                <a:cs typeface="Arial"/>
              </a:defRPr>
            </a:lvl3pPr>
            <a:lvl4pPr algn="ctr">
              <a:buNone/>
              <a:defRPr sz="2175" b="1">
                <a:solidFill>
                  <a:srgbClr val="173042"/>
                </a:solidFill>
                <a:latin typeface="Arial"/>
                <a:ea typeface="Arial"/>
                <a:cs typeface="Arial"/>
              </a:defRPr>
            </a:lvl4pPr>
            <a:lvl5pPr algn="ctr">
              <a:buNone/>
              <a:defRPr sz="2175" b="1">
                <a:solidFill>
                  <a:srgbClr val="173042"/>
                </a:solidFill>
                <a:latin typeface="Arial"/>
                <a:ea typeface="Arial"/>
                <a:cs typeface="Arial"/>
              </a:defRPr>
            </a:lvl5pPr>
            <a:lvl6pPr algn="ctr">
              <a:buNone/>
              <a:defRPr sz="2175" b="1">
                <a:solidFill>
                  <a:srgbClr val="173042"/>
                </a:solidFill>
                <a:latin typeface="Arial"/>
                <a:ea typeface="Arial"/>
                <a:cs typeface="Arial"/>
              </a:defRPr>
            </a:lvl6pPr>
            <a:lvl7pPr algn="ctr">
              <a:buNone/>
              <a:defRPr sz="2175" b="1">
                <a:solidFill>
                  <a:srgbClr val="173042"/>
                </a:solidFill>
                <a:latin typeface="Arial"/>
                <a:ea typeface="Arial"/>
                <a:cs typeface="Arial"/>
              </a:defRPr>
            </a:lvl7pPr>
            <a:lvl8pPr algn="ctr">
              <a:buNone/>
              <a:defRPr sz="2175" b="1">
                <a:solidFill>
                  <a:srgbClr val="173042"/>
                </a:solidFill>
                <a:latin typeface="Arial"/>
                <a:ea typeface="Arial"/>
                <a:cs typeface="Arial"/>
              </a:defRPr>
            </a:lvl8pPr>
            <a:lvl9pPr algn="ctr">
              <a:buNone/>
              <a:defRPr sz="2175" b="1">
                <a:solidFill>
                  <a:srgbClr val="173042"/>
                </a:solidFill>
                <a:latin typeface="Arial"/>
                <a:ea typeface="Arial"/>
                <a:cs typeface="Arial"/>
              </a:defRPr>
            </a:lvl9pPr>
          </a:lstStyle>
          <a:p xmlns:a="http://schemas.openxmlformats.org/drawingml/2006/main">
            <a:pPr algn="ctr">
              <a:buNone/>
              <a:defRPr sz="2175" b="1">
                <a:solidFill>
                  <a:srgbClr val="173042"/>
                </a:solidFill>
                <a:latin typeface="Arial"/>
                <a:ea typeface="Arial"/>
                <a:cs typeface="Arial"/>
              </a:defRPr>
            </a:pPr>
            <a:r>
              <a:rPr sz="2175" b="1">
                <a:solidFill>
                  <a:srgbClr val="173042"/>
                </a:solidFill>
                <a:latin typeface="Arial"/>
                <a:ea typeface="Arial"/>
                <a:cs typeface="Arial"/>
              </a:rPr>
              <a:t>VOID</a:t>
            </a:r>
          </a:p>
        </p:txBody>
      </p:sp>
      <p:cxnSp>
        <p:nvCxnSpPr>
          <p:cNvPr id="14" name="">
            <a:extLst xmlns:a="http://schemas.openxmlformats.org/drawingml/2006/main">
              <a:ext uri="{FF2B5EF4-FFF2-40B4-BE49-F238E27FC236}">
                <a16:creationId xmlns:a16="http://schemas.microsoft.com/office/drawing/2014/main" id="{EE4F8696-32B5-430D-BAD0-E7D6C1E2A7C1}"/>
              </a:ext>
            </a:extLst>
          </p:cNvPr>
          <p:cNvCxnSpPr/>
          <p:nvPr/>
        </p:nvCxnSpPr>
        <p:spPr>
          <a:xfrm xmlns:a="http://schemas.openxmlformats.org/drawingml/2006/main" flipH="0" flipV="0">
            <a:off x="4905375" y="2428875"/>
            <a:ext cx="3667125" cy="0"/>
          </a:xfrm>
          <a:prstGeom xmlns:a="http://schemas.openxmlformats.org/drawingml/2006/main" prst="straightConnector1">
            <a:avLst/>
          </a:prstGeom>
          <a:ln xmlns:a="http://schemas.openxmlformats.org/drawingml/2006/main" w="15240">
            <a:solidFill>
              <a:srgbClr val="173042"/>
            </a:solidFill>
            <a:prstDash val="solid"/>
            <a:tailEnd type="arrow" w="med" len="med"/>
          </a:ln>
        </p:spPr>
      </p:cxnSp>
      <p:sp>
        <p:nvSpPr>
          <p:cNvPr id="15" name="">
            <a:extLst xmlns:a="http://schemas.openxmlformats.org/drawingml/2006/main">
              <a:ext uri="{FF2B5EF4-FFF2-40B4-BE49-F238E27FC236}">
                <a16:creationId xmlns:a16="http://schemas.microsoft.com/office/drawing/2014/main" id="{8BC890EA-01CB-4FA9-A0D9-764DA53EA6DC}"/>
              </a:ext>
            </a:extLst>
          </p:cNvPr>
          <p:cNvSpPr>
            <a:spLocks xmlns:a="http://schemas.openxmlformats.org/drawingml/2006/main" noGrp="1"/>
          </p:cNvSpPr>
          <p:nvPr/>
        </p:nvSpPr>
        <p:spPr>
          <a:xfrm xmlns:a="http://schemas.openxmlformats.org/drawingml/2006/main">
            <a:off x="5048250" y="202882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187B75"/>
                </a:solidFill>
                <a:latin typeface="Arial"/>
                <a:ea typeface="Arial"/>
                <a:cs typeface="Arial"/>
              </a:defRPr>
            </a:defPPr>
            <a:lvl1pPr algn="l">
              <a:buNone/>
              <a:defRPr sz="1650" b="0">
                <a:solidFill>
                  <a:srgbClr val="187B75"/>
                </a:solidFill>
                <a:latin typeface="Arial"/>
                <a:ea typeface="Arial"/>
                <a:cs typeface="Arial"/>
              </a:defRPr>
            </a:lvl1pPr>
            <a:lvl2pPr algn="l">
              <a:buNone/>
              <a:defRPr sz="1650" b="0">
                <a:solidFill>
                  <a:srgbClr val="187B75"/>
                </a:solidFill>
                <a:latin typeface="Arial"/>
                <a:ea typeface="Arial"/>
                <a:cs typeface="Arial"/>
              </a:defRPr>
            </a:lvl2pPr>
            <a:lvl3pPr algn="l">
              <a:buNone/>
              <a:defRPr sz="1650" b="0">
                <a:solidFill>
                  <a:srgbClr val="187B75"/>
                </a:solidFill>
                <a:latin typeface="Arial"/>
                <a:ea typeface="Arial"/>
                <a:cs typeface="Arial"/>
              </a:defRPr>
            </a:lvl3pPr>
            <a:lvl4pPr algn="l">
              <a:buNone/>
              <a:defRPr sz="1650" b="0">
                <a:solidFill>
                  <a:srgbClr val="187B75"/>
                </a:solidFill>
                <a:latin typeface="Arial"/>
                <a:ea typeface="Arial"/>
                <a:cs typeface="Arial"/>
              </a:defRPr>
            </a:lvl4pPr>
            <a:lvl5pPr algn="l">
              <a:buNone/>
              <a:defRPr sz="1650" b="0">
                <a:solidFill>
                  <a:srgbClr val="187B75"/>
                </a:solidFill>
                <a:latin typeface="Arial"/>
                <a:ea typeface="Arial"/>
                <a:cs typeface="Arial"/>
              </a:defRPr>
            </a:lvl5pPr>
            <a:lvl6pPr algn="l">
              <a:buNone/>
              <a:defRPr sz="1650" b="0">
                <a:solidFill>
                  <a:srgbClr val="187B75"/>
                </a:solidFill>
                <a:latin typeface="Arial"/>
                <a:ea typeface="Arial"/>
                <a:cs typeface="Arial"/>
              </a:defRPr>
            </a:lvl6pPr>
            <a:lvl7pPr algn="l">
              <a:buNone/>
              <a:defRPr sz="1650" b="0">
                <a:solidFill>
                  <a:srgbClr val="187B75"/>
                </a:solidFill>
                <a:latin typeface="Arial"/>
                <a:ea typeface="Arial"/>
                <a:cs typeface="Arial"/>
              </a:defRPr>
            </a:lvl7pPr>
            <a:lvl8pPr algn="l">
              <a:buNone/>
              <a:defRPr sz="1650" b="0">
                <a:solidFill>
                  <a:srgbClr val="187B75"/>
                </a:solidFill>
                <a:latin typeface="Arial"/>
                <a:ea typeface="Arial"/>
                <a:cs typeface="Arial"/>
              </a:defRPr>
            </a:lvl8pPr>
            <a:lvl9pPr algn="l">
              <a:buNone/>
              <a:defRPr sz="1650" b="0">
                <a:solidFill>
                  <a:srgbClr val="187B75"/>
                </a:solidFill>
                <a:latin typeface="Arial"/>
                <a:ea typeface="Arial"/>
                <a:cs typeface="Arial"/>
              </a:defRPr>
            </a:lvl9pPr>
          </a:lstStyle>
          <a:p xmlns:a="http://schemas.openxmlformats.org/drawingml/2006/main">
            <a:pPr algn="l">
              <a:buNone/>
              <a:defRPr sz="1650" b="0">
                <a:solidFill>
                  <a:srgbClr val="187B75"/>
                </a:solidFill>
                <a:latin typeface="Arial"/>
                <a:ea typeface="Arial"/>
                <a:cs typeface="Arial"/>
              </a:defRPr>
            </a:pPr>
            <a:r>
              <a:rPr sz="1650" b="0">
                <a:solidFill>
                  <a:srgbClr val="187B75"/>
                </a:solidFill>
                <a:latin typeface="Arial"/>
                <a:ea typeface="Arial"/>
                <a:cs typeface="Arial"/>
              </a:rPr>
              <a:t>checkIn(now) / markCheckedIn</a:t>
            </a:r>
          </a:p>
        </p:txBody>
      </p:sp>
      <p:cxnSp>
        <p:nvCxnSpPr>
          <p:cNvPr id="16" name="">
            <a:extLst xmlns:a="http://schemas.openxmlformats.org/drawingml/2006/main">
              <a:ext uri="{FF2B5EF4-FFF2-40B4-BE49-F238E27FC236}">
                <a16:creationId xmlns:a16="http://schemas.microsoft.com/office/drawing/2014/main" id="{C1E7DDCF-8447-444C-B84D-2ACA5B4FFF98}"/>
              </a:ext>
            </a:extLst>
          </p:cNvPr>
          <p:cNvCxnSpPr/>
          <p:nvPr/>
        </p:nvCxnSpPr>
        <p:spPr>
          <a:xfrm xmlns:a="http://schemas.openxmlformats.org/drawingml/2006/main" flipH="0" flipV="0">
            <a:off x="3476625" y="2857500"/>
            <a:ext cx="0" cy="2095500"/>
          </a:xfrm>
          <a:prstGeom xmlns:a="http://schemas.openxmlformats.org/drawingml/2006/main" prst="straightConnector1">
            <a:avLst/>
          </a:prstGeom>
          <a:ln xmlns:a="http://schemas.openxmlformats.org/drawingml/2006/main" w="15240">
            <a:solidFill>
              <a:srgbClr val="173042"/>
            </a:solidFill>
            <a:prstDash val="solid"/>
          </a:ln>
        </p:spPr>
      </p:cxnSp>
      <p:cxnSp>
        <p:nvCxnSpPr>
          <p:cNvPr id="17" name="">
            <a:extLst xmlns:a="http://schemas.openxmlformats.org/drawingml/2006/main">
              <a:ext uri="{FF2B5EF4-FFF2-40B4-BE49-F238E27FC236}">
                <a16:creationId xmlns:a16="http://schemas.microsoft.com/office/drawing/2014/main" id="{84906075-DBF8-4309-87E3-681684AF3149}"/>
              </a:ext>
            </a:extLst>
          </p:cNvPr>
          <p:cNvCxnSpPr/>
          <p:nvPr/>
        </p:nvCxnSpPr>
        <p:spPr>
          <a:xfrm xmlns:a="http://schemas.openxmlformats.org/drawingml/2006/main" flipH="0" flipV="0">
            <a:off x="3476625" y="4953000"/>
            <a:ext cx="1857375" cy="0"/>
          </a:xfrm>
          <a:prstGeom xmlns:a="http://schemas.openxmlformats.org/drawingml/2006/main" prst="straightConnector1">
            <a:avLst/>
          </a:prstGeom>
          <a:ln xmlns:a="http://schemas.openxmlformats.org/drawingml/2006/main" w="15240">
            <a:solidFill>
              <a:srgbClr val="173042"/>
            </a:solidFill>
            <a:prstDash val="solid"/>
            <a:tailEnd type="arrow" w="med" len="med"/>
          </a:ln>
        </p:spPr>
      </p:cxnSp>
      <p:sp>
        <p:nvSpPr>
          <p:cNvPr id="18" name="">
            <a:extLst xmlns:a="http://schemas.openxmlformats.org/drawingml/2006/main">
              <a:ext uri="{FF2B5EF4-FFF2-40B4-BE49-F238E27FC236}">
                <a16:creationId xmlns:a16="http://schemas.microsoft.com/office/drawing/2014/main" id="{B7D30323-9416-4D73-B85F-80F450026F7D}"/>
              </a:ext>
            </a:extLst>
          </p:cNvPr>
          <p:cNvSpPr>
            <a:spLocks xmlns:a="http://schemas.openxmlformats.org/drawingml/2006/main" noGrp="1"/>
          </p:cNvSpPr>
          <p:nvPr/>
        </p:nvSpPr>
        <p:spPr>
          <a:xfrm xmlns:a="http://schemas.openxmlformats.org/drawingml/2006/main">
            <a:off x="1047750" y="36195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73042"/>
                </a:solidFill>
                <a:latin typeface="Arial"/>
                <a:ea typeface="Arial"/>
                <a:cs typeface="Arial"/>
              </a:defRPr>
            </a:defPPr>
            <a:lvl1pPr algn="l">
              <a:buNone/>
              <a:defRPr sz="1725" b="0">
                <a:solidFill>
                  <a:srgbClr val="173042"/>
                </a:solidFill>
                <a:latin typeface="Arial"/>
                <a:ea typeface="Arial"/>
                <a:cs typeface="Arial"/>
              </a:defRPr>
            </a:lvl1pPr>
            <a:lvl2pPr algn="l">
              <a:buNone/>
              <a:defRPr sz="1725" b="0">
                <a:solidFill>
                  <a:srgbClr val="173042"/>
                </a:solidFill>
                <a:latin typeface="Arial"/>
                <a:ea typeface="Arial"/>
                <a:cs typeface="Arial"/>
              </a:defRPr>
            </a:lvl2pPr>
            <a:lvl3pPr algn="l">
              <a:buNone/>
              <a:defRPr sz="1725" b="0">
                <a:solidFill>
                  <a:srgbClr val="173042"/>
                </a:solidFill>
                <a:latin typeface="Arial"/>
                <a:ea typeface="Arial"/>
                <a:cs typeface="Arial"/>
              </a:defRPr>
            </a:lvl3pPr>
            <a:lvl4pPr algn="l">
              <a:buNone/>
              <a:defRPr sz="1725" b="0">
                <a:solidFill>
                  <a:srgbClr val="173042"/>
                </a:solidFill>
                <a:latin typeface="Arial"/>
                <a:ea typeface="Arial"/>
                <a:cs typeface="Arial"/>
              </a:defRPr>
            </a:lvl4pPr>
            <a:lvl5pPr algn="l">
              <a:buNone/>
              <a:defRPr sz="1725" b="0">
                <a:solidFill>
                  <a:srgbClr val="173042"/>
                </a:solidFill>
                <a:latin typeface="Arial"/>
                <a:ea typeface="Arial"/>
                <a:cs typeface="Arial"/>
              </a:defRPr>
            </a:lvl5pPr>
            <a:lvl6pPr algn="l">
              <a:buNone/>
              <a:defRPr sz="1725" b="0">
                <a:solidFill>
                  <a:srgbClr val="173042"/>
                </a:solidFill>
                <a:latin typeface="Arial"/>
                <a:ea typeface="Arial"/>
                <a:cs typeface="Arial"/>
              </a:defRPr>
            </a:lvl6pPr>
            <a:lvl7pPr algn="l">
              <a:buNone/>
              <a:defRPr sz="1725" b="0">
                <a:solidFill>
                  <a:srgbClr val="173042"/>
                </a:solidFill>
                <a:latin typeface="Arial"/>
                <a:ea typeface="Arial"/>
                <a:cs typeface="Arial"/>
              </a:defRPr>
            </a:lvl7pPr>
            <a:lvl8pPr algn="l">
              <a:buNone/>
              <a:defRPr sz="1725" b="0">
                <a:solidFill>
                  <a:srgbClr val="173042"/>
                </a:solidFill>
                <a:latin typeface="Arial"/>
                <a:ea typeface="Arial"/>
                <a:cs typeface="Arial"/>
              </a:defRPr>
            </a:lvl8pPr>
            <a:lvl9pPr algn="l">
              <a:buNone/>
              <a:defRPr sz="1725" b="0">
                <a:solidFill>
                  <a:srgbClr val="173042"/>
                </a:solidFill>
                <a:latin typeface="Arial"/>
                <a:ea typeface="Arial"/>
                <a:cs typeface="Arial"/>
              </a:defRPr>
            </a:lvl9pPr>
          </a:lstStyle>
          <a:p xmlns:a="http://schemas.openxmlformats.org/drawingml/2006/main">
            <a:pPr algn="l">
              <a:buNone/>
              <a:defRPr sz="1725" b="0">
                <a:solidFill>
                  <a:srgbClr val="173042"/>
                </a:solidFill>
                <a:latin typeface="Arial"/>
                <a:ea typeface="Arial"/>
                <a:cs typeface="Arial"/>
              </a:defRPr>
            </a:pPr>
            <a:r>
              <a:rPr sz="1725" b="0">
                <a:solidFill>
                  <a:srgbClr val="173042"/>
                </a:solidFill>
                <a:latin typeface="Arial"/>
                <a:ea typeface="Arial"/>
                <a:cs typeface="Arial"/>
              </a:rPr>
              <a:t>voidTicket(now)</a:t>
            </a:r>
          </a:p>
          <a:p xmlns:a="http://schemas.openxmlformats.org/drawingml/2006/main">
            <a:pPr algn="l">
              <a:buNone/>
              <a:defRPr sz="1725" b="0">
                <a:solidFill>
                  <a:srgbClr val="173042"/>
                </a:solidFill>
                <a:latin typeface="Arial"/>
                <a:ea typeface="Arial"/>
                <a:cs typeface="Arial"/>
              </a:defRPr>
            </a:pPr>
            <a:r>
              <a:rPr sz="1725" b="0">
                <a:solidFill>
                  <a:srgbClr val="173042"/>
                </a:solidFill>
                <a:latin typeface="Arial"/>
                <a:ea typeface="Arial"/>
                <a:cs typeface="Arial"/>
              </a:rPr>
              <a:t>/ markVoided</a:t>
            </a:r>
          </a:p>
        </p:txBody>
      </p:sp>
      <p:cxnSp>
        <p:nvCxnSpPr>
          <p:cNvPr id="19" name="">
            <a:extLst xmlns:a="http://schemas.openxmlformats.org/drawingml/2006/main">
              <a:ext uri="{FF2B5EF4-FFF2-40B4-BE49-F238E27FC236}">
                <a16:creationId xmlns:a16="http://schemas.microsoft.com/office/drawing/2014/main" id="{6C7D7906-7D5B-4E8E-B339-7AD27CCB82E1}"/>
              </a:ext>
            </a:extLst>
          </p:cNvPr>
          <p:cNvCxnSpPr/>
          <p:nvPr/>
        </p:nvCxnSpPr>
        <p:spPr>
          <a:xfrm xmlns:a="http://schemas.openxmlformats.org/drawingml/2006/main" flipH="0" flipV="0">
            <a:off x="10001250" y="2857500"/>
            <a:ext cx="14287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20" name="">
            <a:extLst xmlns:a="http://schemas.openxmlformats.org/drawingml/2006/main">
              <a:ext uri="{FF2B5EF4-FFF2-40B4-BE49-F238E27FC236}">
                <a16:creationId xmlns:a16="http://schemas.microsoft.com/office/drawing/2014/main" id="{8FC033B7-1075-43DD-B721-B5462C13AC11}"/>
              </a:ext>
            </a:extLst>
          </p:cNvPr>
          <p:cNvCxnSpPr/>
          <p:nvPr/>
        </p:nvCxnSpPr>
        <p:spPr>
          <a:xfrm xmlns:a="http://schemas.openxmlformats.org/drawingml/2006/main" flipH="0" flipV="0">
            <a:off x="11430000" y="2857500"/>
            <a:ext cx="0" cy="2095500"/>
          </a:xfrm>
          <a:prstGeom xmlns:a="http://schemas.openxmlformats.org/drawingml/2006/main" prst="straightConnector1">
            <a:avLst/>
          </a:prstGeom>
          <a:ln xmlns:a="http://schemas.openxmlformats.org/drawingml/2006/main" w="15240">
            <a:solidFill>
              <a:srgbClr val="173042"/>
            </a:solidFill>
            <a:prstDash val="solid"/>
          </a:ln>
        </p:spPr>
      </p:cxnSp>
      <p:cxnSp>
        <p:nvCxnSpPr>
          <p:cNvPr id="21" name="">
            <a:extLst xmlns:a="http://schemas.openxmlformats.org/drawingml/2006/main">
              <a:ext uri="{FF2B5EF4-FFF2-40B4-BE49-F238E27FC236}">
                <a16:creationId xmlns:a16="http://schemas.microsoft.com/office/drawing/2014/main" id="{088A98C3-3B63-4D23-B6AD-F77BB634FB94}"/>
              </a:ext>
            </a:extLst>
          </p:cNvPr>
          <p:cNvCxnSpPr/>
          <p:nvPr/>
        </p:nvCxnSpPr>
        <p:spPr>
          <a:xfrm xmlns:a="http://schemas.openxmlformats.org/drawingml/2006/main" flipH="1" flipV="0">
            <a:off x="8191500" y="4953000"/>
            <a:ext cx="3238500" cy="0"/>
          </a:xfrm>
          <a:prstGeom xmlns:a="http://schemas.openxmlformats.org/drawingml/2006/main" prst="straightConnector1">
            <a:avLst/>
          </a:prstGeom>
          <a:ln xmlns:a="http://schemas.openxmlformats.org/drawingml/2006/main" w="15240">
            <a:solidFill>
              <a:srgbClr val="173042"/>
            </a:solidFill>
            <a:prstDash val="solid"/>
            <a:tailEnd type="arrow" w="med" len="med"/>
          </a:ln>
        </p:spPr>
      </p:cxnSp>
      <p:sp>
        <p:nvSpPr>
          <p:cNvPr id="22" name="">
            <a:extLst xmlns:a="http://schemas.openxmlformats.org/drawingml/2006/main">
              <a:ext uri="{FF2B5EF4-FFF2-40B4-BE49-F238E27FC236}">
                <a16:creationId xmlns:a16="http://schemas.microsoft.com/office/drawing/2014/main" id="{DFA1B1EC-240A-439F-A8BB-C637190970D0}"/>
              </a:ext>
            </a:extLst>
          </p:cNvPr>
          <p:cNvSpPr>
            <a:spLocks xmlns:a="http://schemas.openxmlformats.org/drawingml/2006/main" noGrp="1"/>
          </p:cNvSpPr>
          <p:nvPr/>
        </p:nvSpPr>
        <p:spPr>
          <a:xfrm xmlns:a="http://schemas.openxmlformats.org/drawingml/2006/main">
            <a:off x="8572500" y="361950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73042"/>
                </a:solidFill>
                <a:latin typeface="Arial"/>
                <a:ea typeface="Arial"/>
                <a:cs typeface="Arial"/>
              </a:defRPr>
            </a:defPPr>
            <a:lvl1pPr algn="l">
              <a:buNone/>
              <a:defRPr sz="1725" b="0">
                <a:solidFill>
                  <a:srgbClr val="173042"/>
                </a:solidFill>
                <a:latin typeface="Arial"/>
                <a:ea typeface="Arial"/>
                <a:cs typeface="Arial"/>
              </a:defRPr>
            </a:lvl1pPr>
            <a:lvl2pPr algn="l">
              <a:buNone/>
              <a:defRPr sz="1725" b="0">
                <a:solidFill>
                  <a:srgbClr val="173042"/>
                </a:solidFill>
                <a:latin typeface="Arial"/>
                <a:ea typeface="Arial"/>
                <a:cs typeface="Arial"/>
              </a:defRPr>
            </a:lvl2pPr>
            <a:lvl3pPr algn="l">
              <a:buNone/>
              <a:defRPr sz="1725" b="0">
                <a:solidFill>
                  <a:srgbClr val="173042"/>
                </a:solidFill>
                <a:latin typeface="Arial"/>
                <a:ea typeface="Arial"/>
                <a:cs typeface="Arial"/>
              </a:defRPr>
            </a:lvl3pPr>
            <a:lvl4pPr algn="l">
              <a:buNone/>
              <a:defRPr sz="1725" b="0">
                <a:solidFill>
                  <a:srgbClr val="173042"/>
                </a:solidFill>
                <a:latin typeface="Arial"/>
                <a:ea typeface="Arial"/>
                <a:cs typeface="Arial"/>
              </a:defRPr>
            </a:lvl4pPr>
            <a:lvl5pPr algn="l">
              <a:buNone/>
              <a:defRPr sz="1725" b="0">
                <a:solidFill>
                  <a:srgbClr val="173042"/>
                </a:solidFill>
                <a:latin typeface="Arial"/>
                <a:ea typeface="Arial"/>
                <a:cs typeface="Arial"/>
              </a:defRPr>
            </a:lvl5pPr>
            <a:lvl6pPr algn="l">
              <a:buNone/>
              <a:defRPr sz="1725" b="0">
                <a:solidFill>
                  <a:srgbClr val="173042"/>
                </a:solidFill>
                <a:latin typeface="Arial"/>
                <a:ea typeface="Arial"/>
                <a:cs typeface="Arial"/>
              </a:defRPr>
            </a:lvl6pPr>
            <a:lvl7pPr algn="l">
              <a:buNone/>
              <a:defRPr sz="1725" b="0">
                <a:solidFill>
                  <a:srgbClr val="173042"/>
                </a:solidFill>
                <a:latin typeface="Arial"/>
                <a:ea typeface="Arial"/>
                <a:cs typeface="Arial"/>
              </a:defRPr>
            </a:lvl7pPr>
            <a:lvl8pPr algn="l">
              <a:buNone/>
              <a:defRPr sz="1725" b="0">
                <a:solidFill>
                  <a:srgbClr val="173042"/>
                </a:solidFill>
                <a:latin typeface="Arial"/>
                <a:ea typeface="Arial"/>
                <a:cs typeface="Arial"/>
              </a:defRPr>
            </a:lvl8pPr>
            <a:lvl9pPr algn="l">
              <a:buNone/>
              <a:defRPr sz="1725" b="0">
                <a:solidFill>
                  <a:srgbClr val="173042"/>
                </a:solidFill>
                <a:latin typeface="Arial"/>
                <a:ea typeface="Arial"/>
                <a:cs typeface="Arial"/>
              </a:defRPr>
            </a:lvl9pPr>
          </a:lstStyle>
          <a:p xmlns:a="http://schemas.openxmlformats.org/drawingml/2006/main">
            <a:pPr algn="l">
              <a:buNone/>
              <a:defRPr sz="1725" b="0">
                <a:solidFill>
                  <a:srgbClr val="173042"/>
                </a:solidFill>
                <a:latin typeface="Arial"/>
                <a:ea typeface="Arial"/>
                <a:cs typeface="Arial"/>
              </a:defRPr>
            </a:pPr>
            <a:r>
              <a:rPr sz="1725" b="0">
                <a:solidFill>
                  <a:srgbClr val="173042"/>
                </a:solidFill>
                <a:latin typeface="Arial"/>
                <a:ea typeface="Arial"/>
                <a:cs typeface="Arial"/>
              </a:rPr>
              <a:t>voidTicket(now)</a:t>
            </a:r>
          </a:p>
          <a:p xmlns:a="http://schemas.openxmlformats.org/drawingml/2006/main">
            <a:pPr algn="l">
              <a:buNone/>
              <a:defRPr sz="1725" b="0">
                <a:solidFill>
                  <a:srgbClr val="173042"/>
                </a:solidFill>
                <a:latin typeface="Arial"/>
                <a:ea typeface="Arial"/>
                <a:cs typeface="Arial"/>
              </a:defRPr>
            </a:pPr>
            <a:r>
              <a:rPr sz="1725" b="0">
                <a:solidFill>
                  <a:srgbClr val="173042"/>
                </a:solidFill>
                <a:latin typeface="Arial"/>
                <a:ea typeface="Arial"/>
                <a:cs typeface="Arial"/>
              </a:rPr>
              <a:t>/ preserve check-in time</a:t>
            </a:r>
          </a:p>
        </p:txBody>
      </p:sp>
      <p:sp>
        <p:nvSpPr>
          <p:cNvPr id="23" name="">
            <a:extLst xmlns:a="http://schemas.openxmlformats.org/drawingml/2006/main">
              <a:ext uri="{FF2B5EF4-FFF2-40B4-BE49-F238E27FC236}">
                <a16:creationId xmlns:a16="http://schemas.microsoft.com/office/drawing/2014/main" id="{8366D151-D5AE-4B0E-8B6B-FF73D1A6DFE8}"/>
              </a:ext>
            </a:extLst>
          </p:cNvPr>
          <p:cNvSpPr>
            <a:spLocks xmlns:a="http://schemas.openxmlformats.org/drawingml/2006/main" noGrp="1"/>
          </p:cNvSpPr>
          <p:nvPr/>
        </p:nvSpPr>
        <p:spPr>
          <a:xfrm xmlns:a="http://schemas.openxmlformats.org/drawingml/2006/main">
            <a:off x="609600" y="5629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607681"/>
                </a:solidFill>
                <a:latin typeface="Arial"/>
                <a:ea typeface="Arial"/>
                <a:cs typeface="Arial"/>
              </a:defRPr>
            </a:defPPr>
            <a:lvl1pPr algn="l">
              <a:buNone/>
              <a:defRPr sz="1725" b="0">
                <a:solidFill>
                  <a:srgbClr val="607681"/>
                </a:solidFill>
                <a:latin typeface="Arial"/>
                <a:ea typeface="Arial"/>
                <a:cs typeface="Arial"/>
              </a:defRPr>
            </a:lvl1pPr>
            <a:lvl2pPr algn="l">
              <a:buNone/>
              <a:defRPr sz="1725" b="0">
                <a:solidFill>
                  <a:srgbClr val="607681"/>
                </a:solidFill>
                <a:latin typeface="Arial"/>
                <a:ea typeface="Arial"/>
                <a:cs typeface="Arial"/>
              </a:defRPr>
            </a:lvl2pPr>
            <a:lvl3pPr algn="l">
              <a:buNone/>
              <a:defRPr sz="1725" b="0">
                <a:solidFill>
                  <a:srgbClr val="607681"/>
                </a:solidFill>
                <a:latin typeface="Arial"/>
                <a:ea typeface="Arial"/>
                <a:cs typeface="Arial"/>
              </a:defRPr>
            </a:lvl3pPr>
            <a:lvl4pPr algn="l">
              <a:buNone/>
              <a:defRPr sz="1725" b="0">
                <a:solidFill>
                  <a:srgbClr val="607681"/>
                </a:solidFill>
                <a:latin typeface="Arial"/>
                <a:ea typeface="Arial"/>
                <a:cs typeface="Arial"/>
              </a:defRPr>
            </a:lvl4pPr>
            <a:lvl5pPr algn="l">
              <a:buNone/>
              <a:defRPr sz="1725" b="0">
                <a:solidFill>
                  <a:srgbClr val="607681"/>
                </a:solidFill>
                <a:latin typeface="Arial"/>
                <a:ea typeface="Arial"/>
                <a:cs typeface="Arial"/>
              </a:defRPr>
            </a:lvl5pPr>
            <a:lvl6pPr algn="l">
              <a:buNone/>
              <a:defRPr sz="1725" b="0">
                <a:solidFill>
                  <a:srgbClr val="607681"/>
                </a:solidFill>
                <a:latin typeface="Arial"/>
                <a:ea typeface="Arial"/>
                <a:cs typeface="Arial"/>
              </a:defRPr>
            </a:lvl6pPr>
            <a:lvl7pPr algn="l">
              <a:buNone/>
              <a:defRPr sz="1725" b="0">
                <a:solidFill>
                  <a:srgbClr val="607681"/>
                </a:solidFill>
                <a:latin typeface="Arial"/>
                <a:ea typeface="Arial"/>
                <a:cs typeface="Arial"/>
              </a:defRPr>
            </a:lvl7pPr>
            <a:lvl8pPr algn="l">
              <a:buNone/>
              <a:defRPr sz="1725" b="0">
                <a:solidFill>
                  <a:srgbClr val="607681"/>
                </a:solidFill>
                <a:latin typeface="Arial"/>
                <a:ea typeface="Arial"/>
                <a:cs typeface="Arial"/>
              </a:defRPr>
            </a:lvl8pPr>
            <a:lvl9pPr algn="l">
              <a:buNone/>
              <a:defRPr sz="1725" b="0">
                <a:solidFill>
                  <a:srgbClr val="607681"/>
                </a:solidFill>
                <a:latin typeface="Arial"/>
                <a:ea typeface="Arial"/>
                <a:cs typeface="Arial"/>
              </a:defRPr>
            </a:lvl9pPr>
          </a:lstStyle>
          <a:p xmlns:a="http://schemas.openxmlformats.org/drawingml/2006/main">
            <a:pPr algn="l">
              <a:buNone/>
              <a:defRPr sz="1725" b="0">
                <a:solidFill>
                  <a:srgbClr val="607681"/>
                </a:solidFill>
                <a:latin typeface="Arial"/>
                <a:ea typeface="Arial"/>
                <a:cs typeface="Arial"/>
              </a:defRPr>
            </a:pPr>
            <a:r>
              <a:rPr sz="1725" b="0">
                <a:solidFill>
                  <a:srgbClr val="607681"/>
                </a:solidFill>
                <a:latin typeface="Arial"/>
                <a:ea typeface="Arial"/>
                <a:cs typeface="Arial"/>
              </a:rPr>
              <a:t>CHECKED_IN rejects another check-in.</a:t>
            </a:r>
          </a:p>
          <a:p xmlns:a="http://schemas.openxmlformats.org/drawingml/2006/main">
            <a:pPr algn="l">
              <a:buNone/>
              <a:defRPr sz="1725" b="0">
                <a:solidFill>
                  <a:srgbClr val="607681"/>
                </a:solidFill>
                <a:latin typeface="Arial"/>
                <a:ea typeface="Arial"/>
                <a:cs typeface="Arial"/>
              </a:defRPr>
            </a:pPr>
            <a:r>
              <a:rPr sz="1725" b="0">
                <a:solidFill>
                  <a:srgbClr val="607681"/>
                </a:solidFill>
                <a:latin typeface="Arial"/>
                <a:ea typeface="Arial"/>
                <a:cs typeface="Arial"/>
              </a:rPr>
              <a:t>VOID rejects check-in and repeated voiding keeps the first void time.</a:t>
            </a:r>
          </a:p>
        </p:txBody>
      </p:sp>
      <p:cxnSp>
        <p:nvCxnSpPr>
          <p:cNvPr id="25" name="Footer rule">
            <a:extLst xmlns:a="http://schemas.openxmlformats.org/drawingml/2006/main">
              <a:ext uri="{FF2B5EF4-FFF2-40B4-BE49-F238E27FC236}">
                <a16:creationId xmlns:a16="http://schemas.microsoft.com/office/drawing/2014/main" id="{EF0C7F16-5BAA-4501-9196-A8D9784A2922}"/>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1276980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8B892669-CB7F-483F-B4D2-8BCF81685C07}"/>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95E91CDC-EF15-4122-86EB-248E66BC9873}"/>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Booking database schema</a:t>
            </a:r>
          </a:p>
        </p:txBody>
      </p:sp>
      <p:sp>
        <p:nvSpPr>
          <p:cNvPr id="3" name="">
            <a:extLst xmlns:a="http://schemas.openxmlformats.org/drawingml/2006/main">
              <a:ext uri="{FF2B5EF4-FFF2-40B4-BE49-F238E27FC236}">
                <a16:creationId xmlns:a16="http://schemas.microsoft.com/office/drawing/2014/main" id="{921E074B-8A46-4C51-8F20-7EF0027F51F6}"/>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A87461CA-D3FF-42E5-AB01-B4650165AE25}"/>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6626C575-85B1-45C2-AB4A-CAA5E361B98C}"/>
              </a:ext>
            </a:extLst>
          </p:cNvPr>
          <p:cNvSpPr>
            <a:spLocks xmlns:a="http://schemas.openxmlformats.org/drawingml/2006/main" noGrp="1"/>
          </p:cNvSpPr>
          <p:nvPr/>
        </p:nvSpPr>
        <p:spPr>
          <a:xfrm xmlns:a="http://schemas.openxmlformats.org/drawingml/2006/main">
            <a:off x="609600" y="1714500"/>
            <a:ext cx="3048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C8808DF3-9F4F-4657-85D3-C30ACFD0E798}"/>
              </a:ext>
            </a:extLst>
          </p:cNvPr>
          <p:cNvSpPr>
            <a:spLocks xmlns:a="http://schemas.openxmlformats.org/drawingml/2006/main" noGrp="1"/>
          </p:cNvSpPr>
          <p:nvPr/>
        </p:nvSpPr>
        <p:spPr>
          <a:xfrm xmlns:a="http://schemas.openxmlformats.org/drawingml/2006/main">
            <a:off x="609600" y="1714500"/>
            <a:ext cx="3048000"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7" name="">
            <a:extLst xmlns:a="http://schemas.openxmlformats.org/drawingml/2006/main">
              <a:ext uri="{FF2B5EF4-FFF2-40B4-BE49-F238E27FC236}">
                <a16:creationId xmlns:a16="http://schemas.microsoft.com/office/drawing/2014/main" id="{14198D38-643D-44E2-8ECB-22375DBDAE16}"/>
              </a:ext>
            </a:extLst>
          </p:cNvPr>
          <p:cNvSpPr>
            <a:spLocks xmlns:a="http://schemas.openxmlformats.org/drawingml/2006/main" noGrp="1"/>
          </p:cNvSpPr>
          <p:nvPr/>
        </p:nvSpPr>
        <p:spPr>
          <a:xfrm xmlns:a="http://schemas.openxmlformats.org/drawingml/2006/main">
            <a:off x="704850" y="1790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users</a:t>
            </a:r>
          </a:p>
        </p:txBody>
      </p:sp>
      <p:sp>
        <p:nvSpPr>
          <p:cNvPr id="8" name="">
            <a:extLst xmlns:a="http://schemas.openxmlformats.org/drawingml/2006/main">
              <a:ext uri="{FF2B5EF4-FFF2-40B4-BE49-F238E27FC236}">
                <a16:creationId xmlns:a16="http://schemas.microsoft.com/office/drawing/2014/main" id="{9DDC5A95-65FA-41E6-8717-8ECFFA6B730E}"/>
              </a:ext>
            </a:extLst>
          </p:cNvPr>
          <p:cNvSpPr>
            <a:spLocks xmlns:a="http://schemas.openxmlformats.org/drawingml/2006/main" noGrp="1"/>
          </p:cNvSpPr>
          <p:nvPr/>
        </p:nvSpPr>
        <p:spPr>
          <a:xfrm xmlns:a="http://schemas.openxmlformats.org/drawingml/2006/main">
            <a:off x="723900" y="22098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p:txBody>
      </p:sp>
      <p:sp>
        <p:nvSpPr>
          <p:cNvPr id="9" name="">
            <a:extLst xmlns:a="http://schemas.openxmlformats.org/drawingml/2006/main">
              <a:ext uri="{FF2B5EF4-FFF2-40B4-BE49-F238E27FC236}">
                <a16:creationId xmlns:a16="http://schemas.microsoft.com/office/drawing/2014/main" id="{E9D6578D-A994-4C45-93AB-F3DBE45015A7}"/>
              </a:ext>
            </a:extLst>
          </p:cNvPr>
          <p:cNvSpPr>
            <a:spLocks xmlns:a="http://schemas.openxmlformats.org/drawingml/2006/main" noGrp="1"/>
          </p:cNvSpPr>
          <p:nvPr/>
        </p:nvSpPr>
        <p:spPr>
          <a:xfrm xmlns:a="http://schemas.openxmlformats.org/drawingml/2006/main">
            <a:off x="609600" y="3905250"/>
            <a:ext cx="3048000"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0" name="">
            <a:extLst xmlns:a="http://schemas.openxmlformats.org/drawingml/2006/main">
              <a:ext uri="{FF2B5EF4-FFF2-40B4-BE49-F238E27FC236}">
                <a16:creationId xmlns:a16="http://schemas.microsoft.com/office/drawing/2014/main" id="{5D457E4C-0C27-4428-AECA-FBE212E30269}"/>
              </a:ext>
            </a:extLst>
          </p:cNvPr>
          <p:cNvSpPr>
            <a:spLocks xmlns:a="http://schemas.openxmlformats.org/drawingml/2006/main" noGrp="1"/>
          </p:cNvSpPr>
          <p:nvPr/>
        </p:nvSpPr>
        <p:spPr>
          <a:xfrm xmlns:a="http://schemas.openxmlformats.org/drawingml/2006/main">
            <a:off x="609600" y="3905250"/>
            <a:ext cx="3048000"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1" name="">
            <a:extLst xmlns:a="http://schemas.openxmlformats.org/drawingml/2006/main">
              <a:ext uri="{FF2B5EF4-FFF2-40B4-BE49-F238E27FC236}">
                <a16:creationId xmlns:a16="http://schemas.microsoft.com/office/drawing/2014/main" id="{90582B14-76A4-4F08-A51F-3F541134A128}"/>
              </a:ext>
            </a:extLst>
          </p:cNvPr>
          <p:cNvSpPr>
            <a:spLocks xmlns:a="http://schemas.openxmlformats.org/drawingml/2006/main" noGrp="1"/>
          </p:cNvSpPr>
          <p:nvPr/>
        </p:nvSpPr>
        <p:spPr>
          <a:xfrm xmlns:a="http://schemas.openxmlformats.org/drawingml/2006/main">
            <a:off x="704850" y="39814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events</a:t>
            </a:r>
          </a:p>
        </p:txBody>
      </p:sp>
      <p:sp>
        <p:nvSpPr>
          <p:cNvPr id="12" name="">
            <a:extLst xmlns:a="http://schemas.openxmlformats.org/drawingml/2006/main">
              <a:ext uri="{FF2B5EF4-FFF2-40B4-BE49-F238E27FC236}">
                <a16:creationId xmlns:a16="http://schemas.microsoft.com/office/drawing/2014/main" id="{ADB8D46C-4FB6-4CD3-B1E3-AB7337686966}"/>
              </a:ext>
            </a:extLst>
          </p:cNvPr>
          <p:cNvSpPr>
            <a:spLocks xmlns:a="http://schemas.openxmlformats.org/drawingml/2006/main" noGrp="1"/>
          </p:cNvSpPr>
          <p:nvPr/>
        </p:nvSpPr>
        <p:spPr>
          <a:xfrm xmlns:a="http://schemas.openxmlformats.org/drawingml/2006/main">
            <a:off x="723900" y="4400550"/>
            <a:ext cx="2819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organizer_id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      status</a:t>
            </a:r>
          </a:p>
        </p:txBody>
      </p:sp>
      <p:sp>
        <p:nvSpPr>
          <p:cNvPr id="13" name="">
            <a:extLst xmlns:a="http://schemas.openxmlformats.org/drawingml/2006/main">
              <a:ext uri="{FF2B5EF4-FFF2-40B4-BE49-F238E27FC236}">
                <a16:creationId xmlns:a16="http://schemas.microsoft.com/office/drawing/2014/main" id="{805776F6-00E7-4E01-8D51-F181DEE86477}"/>
              </a:ext>
            </a:extLst>
          </p:cNvPr>
          <p:cNvSpPr>
            <a:spLocks xmlns:a="http://schemas.openxmlformats.org/drawingml/2006/main" noGrp="1"/>
          </p:cNvSpPr>
          <p:nvPr/>
        </p:nvSpPr>
        <p:spPr>
          <a:xfrm xmlns:a="http://schemas.openxmlformats.org/drawingml/2006/main">
            <a:off x="8286750" y="1714500"/>
            <a:ext cx="3286125"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4" name="">
            <a:extLst xmlns:a="http://schemas.openxmlformats.org/drawingml/2006/main">
              <a:ext uri="{FF2B5EF4-FFF2-40B4-BE49-F238E27FC236}">
                <a16:creationId xmlns:a16="http://schemas.microsoft.com/office/drawing/2014/main" id="{B877DF79-0561-4D20-8DFC-E41A9261641E}"/>
              </a:ext>
            </a:extLst>
          </p:cNvPr>
          <p:cNvSpPr>
            <a:spLocks xmlns:a="http://schemas.openxmlformats.org/drawingml/2006/main" noGrp="1"/>
          </p:cNvSpPr>
          <p:nvPr/>
        </p:nvSpPr>
        <p:spPr>
          <a:xfrm xmlns:a="http://schemas.openxmlformats.org/drawingml/2006/main">
            <a:off x="8286750" y="1714500"/>
            <a:ext cx="3286125"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5" name="">
            <a:extLst xmlns:a="http://schemas.openxmlformats.org/drawingml/2006/main">
              <a:ext uri="{FF2B5EF4-FFF2-40B4-BE49-F238E27FC236}">
                <a16:creationId xmlns:a16="http://schemas.microsoft.com/office/drawing/2014/main" id="{46ECB0D8-C0B3-4F2C-86A2-8414C08F1B13}"/>
              </a:ext>
            </a:extLst>
          </p:cNvPr>
          <p:cNvSpPr>
            <a:spLocks xmlns:a="http://schemas.openxmlformats.org/drawingml/2006/main" noGrp="1"/>
          </p:cNvSpPr>
          <p:nvPr/>
        </p:nvSpPr>
        <p:spPr>
          <a:xfrm xmlns:a="http://schemas.openxmlformats.org/drawingml/2006/main">
            <a:off x="8382000" y="179070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ticket_types</a:t>
            </a:r>
          </a:p>
        </p:txBody>
      </p:sp>
      <p:sp>
        <p:nvSpPr>
          <p:cNvPr id="16" name="">
            <a:extLst xmlns:a="http://schemas.openxmlformats.org/drawingml/2006/main">
              <a:ext uri="{FF2B5EF4-FFF2-40B4-BE49-F238E27FC236}">
                <a16:creationId xmlns:a16="http://schemas.microsoft.com/office/drawing/2014/main" id="{CEFF10DD-CCFB-49B7-86A3-9F86D40317DD}"/>
              </a:ext>
            </a:extLst>
          </p:cNvPr>
          <p:cNvSpPr>
            <a:spLocks xmlns:a="http://schemas.openxmlformats.org/drawingml/2006/main" noGrp="1"/>
          </p:cNvSpPr>
          <p:nvPr/>
        </p:nvSpPr>
        <p:spPr>
          <a:xfrm xmlns:a="http://schemas.openxmlformats.org/drawingml/2006/main">
            <a:off x="8401050" y="2209800"/>
            <a:ext cx="30575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event_id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      quota, booked_quantity</a:t>
            </a:r>
          </a:p>
        </p:txBody>
      </p:sp>
      <p:sp>
        <p:nvSpPr>
          <p:cNvPr id="17" name="">
            <a:extLst xmlns:a="http://schemas.openxmlformats.org/drawingml/2006/main">
              <a:ext uri="{FF2B5EF4-FFF2-40B4-BE49-F238E27FC236}">
                <a16:creationId xmlns:a16="http://schemas.microsoft.com/office/drawing/2014/main" id="{E7F59183-E7D6-4B64-AA62-D4112CD040A6}"/>
              </a:ext>
            </a:extLst>
          </p:cNvPr>
          <p:cNvSpPr>
            <a:spLocks xmlns:a="http://schemas.openxmlformats.org/drawingml/2006/main" noGrp="1"/>
          </p:cNvSpPr>
          <p:nvPr/>
        </p:nvSpPr>
        <p:spPr>
          <a:xfrm xmlns:a="http://schemas.openxmlformats.org/drawingml/2006/main">
            <a:off x="8286750" y="4095750"/>
            <a:ext cx="3286125" cy="195262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8" name="">
            <a:extLst xmlns:a="http://schemas.openxmlformats.org/drawingml/2006/main">
              <a:ext uri="{FF2B5EF4-FFF2-40B4-BE49-F238E27FC236}">
                <a16:creationId xmlns:a16="http://schemas.microsoft.com/office/drawing/2014/main" id="{A5FBD9BA-672C-4E1D-B193-A94C1FB0ADED}"/>
              </a:ext>
            </a:extLst>
          </p:cNvPr>
          <p:cNvSpPr>
            <a:spLocks xmlns:a="http://schemas.openxmlformats.org/drawingml/2006/main" noGrp="1"/>
          </p:cNvSpPr>
          <p:nvPr/>
        </p:nvSpPr>
        <p:spPr>
          <a:xfrm xmlns:a="http://schemas.openxmlformats.org/drawingml/2006/main">
            <a:off x="8286750" y="4095750"/>
            <a:ext cx="3286125"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9" name="">
            <a:extLst xmlns:a="http://schemas.openxmlformats.org/drawingml/2006/main">
              <a:ext uri="{FF2B5EF4-FFF2-40B4-BE49-F238E27FC236}">
                <a16:creationId xmlns:a16="http://schemas.microsoft.com/office/drawing/2014/main" id="{2552EC02-06DD-4122-9A6B-D9CC91B8C83A}"/>
              </a:ext>
            </a:extLst>
          </p:cNvPr>
          <p:cNvSpPr>
            <a:spLocks xmlns:a="http://schemas.openxmlformats.org/drawingml/2006/main" noGrp="1"/>
          </p:cNvSpPr>
          <p:nvPr/>
        </p:nvSpPr>
        <p:spPr>
          <a:xfrm xmlns:a="http://schemas.openxmlformats.org/drawingml/2006/main">
            <a:off x="8382000" y="41719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bookings</a:t>
            </a:r>
          </a:p>
        </p:txBody>
      </p:sp>
      <p:sp>
        <p:nvSpPr>
          <p:cNvPr id="20" name="">
            <a:extLst xmlns:a="http://schemas.openxmlformats.org/drawingml/2006/main">
              <a:ext uri="{FF2B5EF4-FFF2-40B4-BE49-F238E27FC236}">
                <a16:creationId xmlns:a16="http://schemas.microsoft.com/office/drawing/2014/main" id="{36929320-3CEE-4DA9-B4BA-DE79E4A3B2B0}"/>
              </a:ext>
            </a:extLst>
          </p:cNvPr>
          <p:cNvSpPr>
            <a:spLocks xmlns:a="http://schemas.openxmlformats.org/drawingml/2006/main" noGrp="1"/>
          </p:cNvSpPr>
          <p:nvPr/>
        </p:nvSpPr>
        <p:spPr>
          <a:xfrm xmlns:a="http://schemas.openxmlformats.org/drawingml/2006/main">
            <a:off x="8401050" y="4591050"/>
            <a:ext cx="30575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user_id, event_id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ticket_type_id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      request_key, quantity</a:t>
            </a:r>
          </a:p>
        </p:txBody>
      </p:sp>
      <p:cxnSp>
        <p:nvCxnSpPr>
          <p:cNvPr id="21" name="">
            <a:extLst xmlns:a="http://schemas.openxmlformats.org/drawingml/2006/main">
              <a:ext uri="{FF2B5EF4-FFF2-40B4-BE49-F238E27FC236}">
                <a16:creationId xmlns:a16="http://schemas.microsoft.com/office/drawing/2014/main" id="{EACE647F-63CC-439D-8777-81B2DFD5B6D6}"/>
              </a:ext>
            </a:extLst>
          </p:cNvPr>
          <p:cNvCxnSpPr/>
          <p:nvPr/>
        </p:nvCxnSpPr>
        <p:spPr>
          <a:xfrm xmlns:a="http://schemas.openxmlformats.org/drawingml/2006/main" flipH="0" flipV="0">
            <a:off x="2133600" y="2809875"/>
            <a:ext cx="0" cy="1095375"/>
          </a:xfrm>
          <a:prstGeom xmlns:a="http://schemas.openxmlformats.org/drawingml/2006/main" prst="straightConnector1">
            <a:avLst/>
          </a:prstGeom>
          <a:ln xmlns:a="http://schemas.openxmlformats.org/drawingml/2006/main" w="15240">
            <a:solidFill>
              <a:srgbClr val="173042"/>
            </a:solidFill>
            <a:prstDash val="solid"/>
          </a:ln>
        </p:spPr>
      </p:cxnSp>
      <p:cxnSp>
        <p:nvCxnSpPr>
          <p:cNvPr id="22" name="">
            <a:extLst xmlns:a="http://schemas.openxmlformats.org/drawingml/2006/main">
              <a:ext uri="{FF2B5EF4-FFF2-40B4-BE49-F238E27FC236}">
                <a16:creationId xmlns:a16="http://schemas.microsoft.com/office/drawing/2014/main" id="{49DF3FBF-7501-4784-AF93-2281BA0719D6}"/>
              </a:ext>
            </a:extLst>
          </p:cNvPr>
          <p:cNvCxnSpPr/>
          <p:nvPr/>
        </p:nvCxnSpPr>
        <p:spPr>
          <a:xfrm xmlns:a="http://schemas.openxmlformats.org/drawingml/2006/main" flipH="1" flipV="0">
            <a:off x="2066925" y="2905125"/>
            <a:ext cx="1333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23" name="">
            <a:extLst xmlns:a="http://schemas.openxmlformats.org/drawingml/2006/main">
              <a:ext uri="{FF2B5EF4-FFF2-40B4-BE49-F238E27FC236}">
                <a16:creationId xmlns:a16="http://schemas.microsoft.com/office/drawing/2014/main" id="{80EEFBF8-5BC7-4469-9DCF-9C906F6B3B96}"/>
              </a:ext>
            </a:extLst>
          </p:cNvPr>
          <p:cNvCxnSpPr/>
          <p:nvPr/>
        </p:nvCxnSpPr>
        <p:spPr>
          <a:xfrm xmlns:a="http://schemas.openxmlformats.org/drawingml/2006/main" flipH="1" flipV="0">
            <a:off x="2066925" y="2971800"/>
            <a:ext cx="1333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24" name="">
            <a:extLst xmlns:a="http://schemas.openxmlformats.org/drawingml/2006/main">
              <a:ext uri="{FF2B5EF4-FFF2-40B4-BE49-F238E27FC236}">
                <a16:creationId xmlns:a16="http://schemas.microsoft.com/office/drawing/2014/main" id="{602ABA7D-0618-4A2C-B210-3D3CF5D058DF}"/>
              </a:ext>
            </a:extLst>
          </p:cNvPr>
          <p:cNvCxnSpPr/>
          <p:nvPr/>
        </p:nvCxnSpPr>
        <p:spPr>
          <a:xfrm xmlns:a="http://schemas.openxmlformats.org/drawingml/2006/main" flipH="0" flipV="0">
            <a:off x="2133600" y="3733800"/>
            <a:ext cx="76200" cy="171450"/>
          </a:xfrm>
          <a:prstGeom xmlns:a="http://schemas.openxmlformats.org/drawingml/2006/main" prst="straightConnector1">
            <a:avLst/>
          </a:prstGeom>
          <a:ln xmlns:a="http://schemas.openxmlformats.org/drawingml/2006/main" w="15240">
            <a:solidFill>
              <a:srgbClr val="173042"/>
            </a:solidFill>
            <a:prstDash val="solid"/>
          </a:ln>
        </p:spPr>
      </p:cxnSp>
      <p:cxnSp>
        <p:nvCxnSpPr>
          <p:cNvPr id="25" name="">
            <a:extLst xmlns:a="http://schemas.openxmlformats.org/drawingml/2006/main">
              <a:ext uri="{FF2B5EF4-FFF2-40B4-BE49-F238E27FC236}">
                <a16:creationId xmlns:a16="http://schemas.microsoft.com/office/drawing/2014/main" id="{6693CA82-3FE3-49BE-95AE-E0CB03474F2A}"/>
              </a:ext>
            </a:extLst>
          </p:cNvPr>
          <p:cNvCxnSpPr/>
          <p:nvPr/>
        </p:nvCxnSpPr>
        <p:spPr>
          <a:xfrm xmlns:a="http://schemas.openxmlformats.org/drawingml/2006/main" flipH="1" flipV="0">
            <a:off x="2057400" y="3733800"/>
            <a:ext cx="76200" cy="171450"/>
          </a:xfrm>
          <a:prstGeom xmlns:a="http://schemas.openxmlformats.org/drawingml/2006/main" prst="straightConnector1">
            <a:avLst/>
          </a:prstGeom>
          <a:ln xmlns:a="http://schemas.openxmlformats.org/drawingml/2006/main" w="15240">
            <a:solidFill>
              <a:srgbClr val="173042"/>
            </a:solidFill>
            <a:prstDash val="solid"/>
          </a:ln>
        </p:spPr>
      </p:cxnSp>
      <p:sp>
        <p:nvSpPr>
          <p:cNvPr id="26" name="">
            <a:extLst xmlns:a="http://schemas.openxmlformats.org/drawingml/2006/main">
              <a:ext uri="{FF2B5EF4-FFF2-40B4-BE49-F238E27FC236}">
                <a16:creationId xmlns:a16="http://schemas.microsoft.com/office/drawing/2014/main" id="{16AB18FE-C80E-4C04-8F17-D19F3CEFB576}"/>
              </a:ext>
            </a:extLst>
          </p:cNvPr>
          <p:cNvSpPr>
            <a:spLocks xmlns:a="http://schemas.openxmlformats.org/drawingml/2006/main" noGrp="1"/>
          </p:cNvSpPr>
          <p:nvPr/>
        </p:nvSpPr>
        <p:spPr>
          <a:xfrm xmlns:a="http://schemas.openxmlformats.org/drawingml/2006/main">
            <a:off x="2085975" y="3600450"/>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cxnSp>
        <p:nvCxnSpPr>
          <p:cNvPr id="27" name="">
            <a:extLst xmlns:a="http://schemas.openxmlformats.org/drawingml/2006/main">
              <a:ext uri="{FF2B5EF4-FFF2-40B4-BE49-F238E27FC236}">
                <a16:creationId xmlns:a16="http://schemas.microsoft.com/office/drawing/2014/main" id="{FAA43499-EBFC-4CEB-810D-69243FC046C0}"/>
              </a:ext>
            </a:extLst>
          </p:cNvPr>
          <p:cNvCxnSpPr/>
          <p:nvPr/>
        </p:nvCxnSpPr>
        <p:spPr>
          <a:xfrm xmlns:a="http://schemas.openxmlformats.org/drawingml/2006/main" flipH="0" flipV="0">
            <a:off x="3657600" y="4572000"/>
            <a:ext cx="46291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28" name="">
            <a:extLst xmlns:a="http://schemas.openxmlformats.org/drawingml/2006/main">
              <a:ext uri="{FF2B5EF4-FFF2-40B4-BE49-F238E27FC236}">
                <a16:creationId xmlns:a16="http://schemas.microsoft.com/office/drawing/2014/main" id="{1463EEA2-22C6-4C68-9954-7F0EB98B367F}"/>
              </a:ext>
            </a:extLst>
          </p:cNvPr>
          <p:cNvCxnSpPr/>
          <p:nvPr/>
        </p:nvCxnSpPr>
        <p:spPr>
          <a:xfrm xmlns:a="http://schemas.openxmlformats.org/drawingml/2006/main" flipH="0" flipV="0">
            <a:off x="3752850" y="4505325"/>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29" name="">
            <a:extLst xmlns:a="http://schemas.openxmlformats.org/drawingml/2006/main">
              <a:ext uri="{FF2B5EF4-FFF2-40B4-BE49-F238E27FC236}">
                <a16:creationId xmlns:a16="http://schemas.microsoft.com/office/drawing/2014/main" id="{7C7900EC-CE61-4DE1-93D8-0652065CC53A}"/>
              </a:ext>
            </a:extLst>
          </p:cNvPr>
          <p:cNvCxnSpPr/>
          <p:nvPr/>
        </p:nvCxnSpPr>
        <p:spPr>
          <a:xfrm xmlns:a="http://schemas.openxmlformats.org/drawingml/2006/main" flipH="0" flipV="0">
            <a:off x="3819525" y="4505325"/>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30" name="">
            <a:extLst xmlns:a="http://schemas.openxmlformats.org/drawingml/2006/main">
              <a:ext uri="{FF2B5EF4-FFF2-40B4-BE49-F238E27FC236}">
                <a16:creationId xmlns:a16="http://schemas.microsoft.com/office/drawing/2014/main" id="{15A4F089-AB0B-41A5-8D97-1BE2F5AA2D74}"/>
              </a:ext>
            </a:extLst>
          </p:cNvPr>
          <p:cNvCxnSpPr/>
          <p:nvPr/>
        </p:nvCxnSpPr>
        <p:spPr>
          <a:xfrm xmlns:a="http://schemas.openxmlformats.org/drawingml/2006/main" flipH="0" flipV="1">
            <a:off x="8115300" y="4495800"/>
            <a:ext cx="171450" cy="76200"/>
          </a:xfrm>
          <a:prstGeom xmlns:a="http://schemas.openxmlformats.org/drawingml/2006/main" prst="straightConnector1">
            <a:avLst/>
          </a:prstGeom>
          <a:ln xmlns:a="http://schemas.openxmlformats.org/drawingml/2006/main" w="15240">
            <a:solidFill>
              <a:srgbClr val="173042"/>
            </a:solidFill>
            <a:prstDash val="solid"/>
          </a:ln>
        </p:spPr>
      </p:cxnSp>
      <p:cxnSp>
        <p:nvCxnSpPr>
          <p:cNvPr id="31" name="">
            <a:extLst xmlns:a="http://schemas.openxmlformats.org/drawingml/2006/main">
              <a:ext uri="{FF2B5EF4-FFF2-40B4-BE49-F238E27FC236}">
                <a16:creationId xmlns:a16="http://schemas.microsoft.com/office/drawing/2014/main" id="{20E83310-1C5C-452E-9229-F3A16692A0D4}"/>
              </a:ext>
            </a:extLst>
          </p:cNvPr>
          <p:cNvCxnSpPr/>
          <p:nvPr/>
        </p:nvCxnSpPr>
        <p:spPr>
          <a:xfrm xmlns:a="http://schemas.openxmlformats.org/drawingml/2006/main" flipH="0" flipV="0">
            <a:off x="8115300" y="4572000"/>
            <a:ext cx="171450" cy="76200"/>
          </a:xfrm>
          <a:prstGeom xmlns:a="http://schemas.openxmlformats.org/drawingml/2006/main" prst="straightConnector1">
            <a:avLst/>
          </a:prstGeom>
          <a:ln xmlns:a="http://schemas.openxmlformats.org/drawingml/2006/main" w="15240">
            <a:solidFill>
              <a:srgbClr val="173042"/>
            </a:solidFill>
            <a:prstDash val="solid"/>
          </a:ln>
        </p:spPr>
      </p:cxnSp>
      <p:sp>
        <p:nvSpPr>
          <p:cNvPr id="32" name="">
            <a:extLst xmlns:a="http://schemas.openxmlformats.org/drawingml/2006/main">
              <a:ext uri="{FF2B5EF4-FFF2-40B4-BE49-F238E27FC236}">
                <a16:creationId xmlns:a16="http://schemas.microsoft.com/office/drawing/2014/main" id="{BCBEF0E5-94C4-4652-BC5F-DD234E29A81A}"/>
              </a:ext>
            </a:extLst>
          </p:cNvPr>
          <p:cNvSpPr>
            <a:spLocks xmlns:a="http://schemas.openxmlformats.org/drawingml/2006/main" noGrp="1"/>
          </p:cNvSpPr>
          <p:nvPr/>
        </p:nvSpPr>
        <p:spPr>
          <a:xfrm xmlns:a="http://schemas.openxmlformats.org/drawingml/2006/main">
            <a:off x="7981950" y="4524375"/>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sp>
        <p:nvSpPr>
          <p:cNvPr id="33" name="">
            <a:extLst xmlns:a="http://schemas.openxmlformats.org/drawingml/2006/main">
              <a:ext uri="{FF2B5EF4-FFF2-40B4-BE49-F238E27FC236}">
                <a16:creationId xmlns:a16="http://schemas.microsoft.com/office/drawing/2014/main" id="{346E1FC2-04B2-41DA-B394-8EB87502FE3E}"/>
              </a:ext>
            </a:extLst>
          </p:cNvPr>
          <p:cNvSpPr>
            <a:spLocks xmlns:a="http://schemas.openxmlformats.org/drawingml/2006/main" noGrp="1"/>
          </p:cNvSpPr>
          <p:nvPr/>
        </p:nvSpPr>
        <p:spPr>
          <a:xfrm xmlns:a="http://schemas.openxmlformats.org/drawingml/2006/main">
            <a:off x="5286375" y="4248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event_id</a:t>
            </a:r>
          </a:p>
        </p:txBody>
      </p:sp>
      <p:cxnSp>
        <p:nvCxnSpPr>
          <p:cNvPr id="34" name="">
            <a:extLst xmlns:a="http://schemas.openxmlformats.org/drawingml/2006/main">
              <a:ext uri="{FF2B5EF4-FFF2-40B4-BE49-F238E27FC236}">
                <a16:creationId xmlns:a16="http://schemas.microsoft.com/office/drawing/2014/main" id="{F7D10ADF-8FB2-42C8-9CBD-7C647910F07A}"/>
              </a:ext>
            </a:extLst>
          </p:cNvPr>
          <p:cNvCxnSpPr/>
          <p:nvPr/>
        </p:nvCxnSpPr>
        <p:spPr>
          <a:xfrm xmlns:a="http://schemas.openxmlformats.org/drawingml/2006/main" flipH="0" flipV="0">
            <a:off x="3657600" y="2238375"/>
            <a:ext cx="25336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5" name="">
            <a:extLst xmlns:a="http://schemas.openxmlformats.org/drawingml/2006/main">
              <a:ext uri="{FF2B5EF4-FFF2-40B4-BE49-F238E27FC236}">
                <a16:creationId xmlns:a16="http://schemas.microsoft.com/office/drawing/2014/main" id="{EB60324F-1047-40D0-BAB1-A53944B6A7CC}"/>
              </a:ext>
            </a:extLst>
          </p:cNvPr>
          <p:cNvCxnSpPr/>
          <p:nvPr/>
        </p:nvCxnSpPr>
        <p:spPr>
          <a:xfrm xmlns:a="http://schemas.openxmlformats.org/drawingml/2006/main" flipH="0" flipV="0">
            <a:off x="6191250" y="2238375"/>
            <a:ext cx="0" cy="2028825"/>
          </a:xfrm>
          <a:prstGeom xmlns:a="http://schemas.openxmlformats.org/drawingml/2006/main" prst="straightConnector1">
            <a:avLst/>
          </a:prstGeom>
          <a:ln xmlns:a="http://schemas.openxmlformats.org/drawingml/2006/main" w="15240">
            <a:solidFill>
              <a:srgbClr val="173042"/>
            </a:solidFill>
            <a:prstDash val="solid"/>
          </a:ln>
        </p:spPr>
      </p:cxnSp>
      <p:cxnSp>
        <p:nvCxnSpPr>
          <p:cNvPr id="36" name="">
            <a:extLst xmlns:a="http://schemas.openxmlformats.org/drawingml/2006/main">
              <a:ext uri="{FF2B5EF4-FFF2-40B4-BE49-F238E27FC236}">
                <a16:creationId xmlns:a16="http://schemas.microsoft.com/office/drawing/2014/main" id="{B8266922-A603-413D-8156-CE412E8B2183}"/>
              </a:ext>
            </a:extLst>
          </p:cNvPr>
          <p:cNvCxnSpPr/>
          <p:nvPr/>
        </p:nvCxnSpPr>
        <p:spPr>
          <a:xfrm xmlns:a="http://schemas.openxmlformats.org/drawingml/2006/main" flipH="0" flipV="0">
            <a:off x="6191250" y="4267200"/>
            <a:ext cx="209550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37" name="">
            <a:extLst xmlns:a="http://schemas.openxmlformats.org/drawingml/2006/main">
              <a:ext uri="{FF2B5EF4-FFF2-40B4-BE49-F238E27FC236}">
                <a16:creationId xmlns:a16="http://schemas.microsoft.com/office/drawing/2014/main" id="{1B83BB75-5A26-490D-93B4-F61723124390}"/>
              </a:ext>
            </a:extLst>
          </p:cNvPr>
          <p:cNvCxnSpPr/>
          <p:nvPr/>
        </p:nvCxnSpPr>
        <p:spPr>
          <a:xfrm xmlns:a="http://schemas.openxmlformats.org/drawingml/2006/main" flipH="0" flipV="0">
            <a:off x="3752850" y="2171700"/>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38" name="">
            <a:extLst xmlns:a="http://schemas.openxmlformats.org/drawingml/2006/main">
              <a:ext uri="{FF2B5EF4-FFF2-40B4-BE49-F238E27FC236}">
                <a16:creationId xmlns:a16="http://schemas.microsoft.com/office/drawing/2014/main" id="{40EBAC6B-65D3-4854-98E4-A5E01FEBE11A}"/>
              </a:ext>
            </a:extLst>
          </p:cNvPr>
          <p:cNvCxnSpPr/>
          <p:nvPr/>
        </p:nvCxnSpPr>
        <p:spPr>
          <a:xfrm xmlns:a="http://schemas.openxmlformats.org/drawingml/2006/main" flipH="0" flipV="0">
            <a:off x="3819525" y="2171700"/>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39" name="">
            <a:extLst xmlns:a="http://schemas.openxmlformats.org/drawingml/2006/main">
              <a:ext uri="{FF2B5EF4-FFF2-40B4-BE49-F238E27FC236}">
                <a16:creationId xmlns:a16="http://schemas.microsoft.com/office/drawing/2014/main" id="{6C56ECC9-777D-4615-AF2A-DD7A8297E3DD}"/>
              </a:ext>
            </a:extLst>
          </p:cNvPr>
          <p:cNvCxnSpPr/>
          <p:nvPr/>
        </p:nvCxnSpPr>
        <p:spPr>
          <a:xfrm xmlns:a="http://schemas.openxmlformats.org/drawingml/2006/main" flipH="0" flipV="1">
            <a:off x="8115300" y="4191000"/>
            <a:ext cx="171450" cy="76200"/>
          </a:xfrm>
          <a:prstGeom xmlns:a="http://schemas.openxmlformats.org/drawingml/2006/main" prst="straightConnector1">
            <a:avLst/>
          </a:prstGeom>
          <a:ln xmlns:a="http://schemas.openxmlformats.org/drawingml/2006/main" w="15240">
            <a:solidFill>
              <a:srgbClr val="173042"/>
            </a:solidFill>
            <a:prstDash val="solid"/>
          </a:ln>
        </p:spPr>
      </p:cxnSp>
      <p:cxnSp>
        <p:nvCxnSpPr>
          <p:cNvPr id="40" name="">
            <a:extLst xmlns:a="http://schemas.openxmlformats.org/drawingml/2006/main">
              <a:ext uri="{FF2B5EF4-FFF2-40B4-BE49-F238E27FC236}">
                <a16:creationId xmlns:a16="http://schemas.microsoft.com/office/drawing/2014/main" id="{5CE9844F-A194-4F38-9E19-8B4EC9AABB4B}"/>
              </a:ext>
            </a:extLst>
          </p:cNvPr>
          <p:cNvCxnSpPr/>
          <p:nvPr/>
        </p:nvCxnSpPr>
        <p:spPr>
          <a:xfrm xmlns:a="http://schemas.openxmlformats.org/drawingml/2006/main" flipH="0" flipV="0">
            <a:off x="8115300" y="4267200"/>
            <a:ext cx="171450" cy="76200"/>
          </a:xfrm>
          <a:prstGeom xmlns:a="http://schemas.openxmlformats.org/drawingml/2006/main" prst="straightConnector1">
            <a:avLst/>
          </a:prstGeom>
          <a:ln xmlns:a="http://schemas.openxmlformats.org/drawingml/2006/main" w="15240">
            <a:solidFill>
              <a:srgbClr val="173042"/>
            </a:solidFill>
            <a:prstDash val="solid"/>
          </a:ln>
        </p:spPr>
      </p:cxnSp>
      <p:sp>
        <p:nvSpPr>
          <p:cNvPr id="41" name="">
            <a:extLst xmlns:a="http://schemas.openxmlformats.org/drawingml/2006/main">
              <a:ext uri="{FF2B5EF4-FFF2-40B4-BE49-F238E27FC236}">
                <a16:creationId xmlns:a16="http://schemas.microsoft.com/office/drawing/2014/main" id="{06EA0500-A9C2-4479-894C-0E9993CC590A}"/>
              </a:ext>
            </a:extLst>
          </p:cNvPr>
          <p:cNvSpPr>
            <a:spLocks xmlns:a="http://schemas.openxmlformats.org/drawingml/2006/main" noGrp="1"/>
          </p:cNvSpPr>
          <p:nvPr/>
        </p:nvSpPr>
        <p:spPr>
          <a:xfrm xmlns:a="http://schemas.openxmlformats.org/drawingml/2006/main">
            <a:off x="7981950" y="4219575"/>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sp>
        <p:nvSpPr>
          <p:cNvPr id="42" name="">
            <a:extLst xmlns:a="http://schemas.openxmlformats.org/drawingml/2006/main">
              <a:ext uri="{FF2B5EF4-FFF2-40B4-BE49-F238E27FC236}">
                <a16:creationId xmlns:a16="http://schemas.microsoft.com/office/drawing/2014/main" id="{B87CE4E3-6315-4A3F-BF07-F01E089464B3}"/>
              </a:ext>
            </a:extLst>
          </p:cNvPr>
          <p:cNvSpPr>
            <a:spLocks xmlns:a="http://schemas.openxmlformats.org/drawingml/2006/main" noGrp="1"/>
          </p:cNvSpPr>
          <p:nvPr/>
        </p:nvSpPr>
        <p:spPr>
          <a:xfrm xmlns:a="http://schemas.openxmlformats.org/drawingml/2006/main">
            <a:off x="4953000" y="1952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user_id</a:t>
            </a:r>
          </a:p>
        </p:txBody>
      </p:sp>
      <p:cxnSp>
        <p:nvCxnSpPr>
          <p:cNvPr id="43" name="">
            <a:extLst xmlns:a="http://schemas.openxmlformats.org/drawingml/2006/main">
              <a:ext uri="{FF2B5EF4-FFF2-40B4-BE49-F238E27FC236}">
                <a16:creationId xmlns:a16="http://schemas.microsoft.com/office/drawing/2014/main" id="{6125B0BA-FA65-4B9C-B369-098C47525874}"/>
              </a:ext>
            </a:extLst>
          </p:cNvPr>
          <p:cNvCxnSpPr/>
          <p:nvPr/>
        </p:nvCxnSpPr>
        <p:spPr>
          <a:xfrm xmlns:a="http://schemas.openxmlformats.org/drawingml/2006/main" flipH="0" flipV="0">
            <a:off x="3657600" y="5095875"/>
            <a:ext cx="19621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44" name="">
            <a:extLst xmlns:a="http://schemas.openxmlformats.org/drawingml/2006/main">
              <a:ext uri="{FF2B5EF4-FFF2-40B4-BE49-F238E27FC236}">
                <a16:creationId xmlns:a16="http://schemas.microsoft.com/office/drawing/2014/main" id="{40E366C6-53C4-4F35-A3F4-7684AF31AABC}"/>
              </a:ext>
            </a:extLst>
          </p:cNvPr>
          <p:cNvCxnSpPr/>
          <p:nvPr/>
        </p:nvCxnSpPr>
        <p:spPr>
          <a:xfrm xmlns:a="http://schemas.openxmlformats.org/drawingml/2006/main" flipH="0" flipV="1">
            <a:off x="5619750" y="3095625"/>
            <a:ext cx="0" cy="2000250"/>
          </a:xfrm>
          <a:prstGeom xmlns:a="http://schemas.openxmlformats.org/drawingml/2006/main" prst="straightConnector1">
            <a:avLst/>
          </a:prstGeom>
          <a:ln xmlns:a="http://schemas.openxmlformats.org/drawingml/2006/main" w="15240">
            <a:solidFill>
              <a:srgbClr val="173042"/>
            </a:solidFill>
            <a:prstDash val="solid"/>
          </a:ln>
        </p:spPr>
      </p:cxnSp>
      <p:cxnSp>
        <p:nvCxnSpPr>
          <p:cNvPr id="45" name="">
            <a:extLst xmlns:a="http://schemas.openxmlformats.org/drawingml/2006/main">
              <a:ext uri="{FF2B5EF4-FFF2-40B4-BE49-F238E27FC236}">
                <a16:creationId xmlns:a16="http://schemas.microsoft.com/office/drawing/2014/main" id="{87632A2F-0888-4BB8-A29E-0FF12235236C}"/>
              </a:ext>
            </a:extLst>
          </p:cNvPr>
          <p:cNvCxnSpPr/>
          <p:nvPr/>
        </p:nvCxnSpPr>
        <p:spPr>
          <a:xfrm xmlns:a="http://schemas.openxmlformats.org/drawingml/2006/main" flipH="0" flipV="0">
            <a:off x="5619750" y="3095625"/>
            <a:ext cx="266700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46" name="">
            <a:extLst xmlns:a="http://schemas.openxmlformats.org/drawingml/2006/main">
              <a:ext uri="{FF2B5EF4-FFF2-40B4-BE49-F238E27FC236}">
                <a16:creationId xmlns:a16="http://schemas.microsoft.com/office/drawing/2014/main" id="{C049C0FA-F3F2-4234-BB57-E0538FAA9D7B}"/>
              </a:ext>
            </a:extLst>
          </p:cNvPr>
          <p:cNvCxnSpPr/>
          <p:nvPr/>
        </p:nvCxnSpPr>
        <p:spPr>
          <a:xfrm xmlns:a="http://schemas.openxmlformats.org/drawingml/2006/main" flipH="0" flipV="0">
            <a:off x="3752850" y="5029200"/>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47" name="">
            <a:extLst xmlns:a="http://schemas.openxmlformats.org/drawingml/2006/main">
              <a:ext uri="{FF2B5EF4-FFF2-40B4-BE49-F238E27FC236}">
                <a16:creationId xmlns:a16="http://schemas.microsoft.com/office/drawing/2014/main" id="{7D0CACB7-6579-4636-B45D-C79442BE70B9}"/>
              </a:ext>
            </a:extLst>
          </p:cNvPr>
          <p:cNvCxnSpPr/>
          <p:nvPr/>
        </p:nvCxnSpPr>
        <p:spPr>
          <a:xfrm xmlns:a="http://schemas.openxmlformats.org/drawingml/2006/main" flipH="0" flipV="0">
            <a:off x="3819525" y="5029200"/>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48" name="">
            <a:extLst xmlns:a="http://schemas.openxmlformats.org/drawingml/2006/main">
              <a:ext uri="{FF2B5EF4-FFF2-40B4-BE49-F238E27FC236}">
                <a16:creationId xmlns:a16="http://schemas.microsoft.com/office/drawing/2014/main" id="{5F28AE02-B487-43B9-A09C-C7A0C56863C1}"/>
              </a:ext>
            </a:extLst>
          </p:cNvPr>
          <p:cNvCxnSpPr/>
          <p:nvPr/>
        </p:nvCxnSpPr>
        <p:spPr>
          <a:xfrm xmlns:a="http://schemas.openxmlformats.org/drawingml/2006/main" flipH="0" flipV="1">
            <a:off x="8115300" y="3019425"/>
            <a:ext cx="171450" cy="76200"/>
          </a:xfrm>
          <a:prstGeom xmlns:a="http://schemas.openxmlformats.org/drawingml/2006/main" prst="straightConnector1">
            <a:avLst/>
          </a:prstGeom>
          <a:ln xmlns:a="http://schemas.openxmlformats.org/drawingml/2006/main" w="15240">
            <a:solidFill>
              <a:srgbClr val="173042"/>
            </a:solidFill>
            <a:prstDash val="solid"/>
          </a:ln>
        </p:spPr>
      </p:cxnSp>
      <p:cxnSp>
        <p:nvCxnSpPr>
          <p:cNvPr id="49" name="">
            <a:extLst xmlns:a="http://schemas.openxmlformats.org/drawingml/2006/main">
              <a:ext uri="{FF2B5EF4-FFF2-40B4-BE49-F238E27FC236}">
                <a16:creationId xmlns:a16="http://schemas.microsoft.com/office/drawing/2014/main" id="{000CF80F-E0BC-47B0-902D-C3E45A2CC21E}"/>
              </a:ext>
            </a:extLst>
          </p:cNvPr>
          <p:cNvCxnSpPr/>
          <p:nvPr/>
        </p:nvCxnSpPr>
        <p:spPr>
          <a:xfrm xmlns:a="http://schemas.openxmlformats.org/drawingml/2006/main" flipH="0" flipV="0">
            <a:off x="8115300" y="3095625"/>
            <a:ext cx="171450" cy="76200"/>
          </a:xfrm>
          <a:prstGeom xmlns:a="http://schemas.openxmlformats.org/drawingml/2006/main" prst="straightConnector1">
            <a:avLst/>
          </a:prstGeom>
          <a:ln xmlns:a="http://schemas.openxmlformats.org/drawingml/2006/main" w="15240">
            <a:solidFill>
              <a:srgbClr val="173042"/>
            </a:solidFill>
            <a:prstDash val="solid"/>
          </a:ln>
        </p:spPr>
      </p:cxnSp>
      <p:sp>
        <p:nvSpPr>
          <p:cNvPr id="50" name="">
            <a:extLst xmlns:a="http://schemas.openxmlformats.org/drawingml/2006/main">
              <a:ext uri="{FF2B5EF4-FFF2-40B4-BE49-F238E27FC236}">
                <a16:creationId xmlns:a16="http://schemas.microsoft.com/office/drawing/2014/main" id="{BF25A71F-4611-4FD6-B3ED-43E68A3340B3}"/>
              </a:ext>
            </a:extLst>
          </p:cNvPr>
          <p:cNvSpPr>
            <a:spLocks xmlns:a="http://schemas.openxmlformats.org/drawingml/2006/main" noGrp="1"/>
          </p:cNvSpPr>
          <p:nvPr/>
        </p:nvSpPr>
        <p:spPr>
          <a:xfrm xmlns:a="http://schemas.openxmlformats.org/drawingml/2006/main">
            <a:off x="7981950" y="3048000"/>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sp>
        <p:nvSpPr>
          <p:cNvPr id="51" name="">
            <a:extLst xmlns:a="http://schemas.openxmlformats.org/drawingml/2006/main">
              <a:ext uri="{FF2B5EF4-FFF2-40B4-BE49-F238E27FC236}">
                <a16:creationId xmlns:a16="http://schemas.microsoft.com/office/drawing/2014/main" id="{2E2F7A0C-A73D-45EA-86A8-914D49ECC726}"/>
              </a:ext>
            </a:extLst>
          </p:cNvPr>
          <p:cNvSpPr>
            <a:spLocks xmlns:a="http://schemas.openxmlformats.org/drawingml/2006/main" noGrp="1"/>
          </p:cNvSpPr>
          <p:nvPr/>
        </p:nvSpPr>
        <p:spPr>
          <a:xfrm xmlns:a="http://schemas.openxmlformats.org/drawingml/2006/main">
            <a:off x="6572250" y="28003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event_id</a:t>
            </a:r>
          </a:p>
        </p:txBody>
      </p:sp>
      <p:cxnSp>
        <p:nvCxnSpPr>
          <p:cNvPr id="52" name="">
            <a:extLst xmlns:a="http://schemas.openxmlformats.org/drawingml/2006/main">
              <a:ext uri="{FF2B5EF4-FFF2-40B4-BE49-F238E27FC236}">
                <a16:creationId xmlns:a16="http://schemas.microsoft.com/office/drawing/2014/main" id="{C303AD18-B4DB-4756-81BF-A13B9EF40A24}"/>
              </a:ext>
            </a:extLst>
          </p:cNvPr>
          <p:cNvCxnSpPr/>
          <p:nvPr/>
        </p:nvCxnSpPr>
        <p:spPr>
          <a:xfrm xmlns:a="http://schemas.openxmlformats.org/drawingml/2006/main" flipH="0" flipV="0">
            <a:off x="9925050" y="3381375"/>
            <a:ext cx="0" cy="714375"/>
          </a:xfrm>
          <a:prstGeom xmlns:a="http://schemas.openxmlformats.org/drawingml/2006/main" prst="straightConnector1">
            <a:avLst/>
          </a:prstGeom>
          <a:ln xmlns:a="http://schemas.openxmlformats.org/drawingml/2006/main" w="15240">
            <a:solidFill>
              <a:srgbClr val="173042"/>
            </a:solidFill>
            <a:prstDash val="solid"/>
          </a:ln>
        </p:spPr>
      </p:cxnSp>
      <p:cxnSp>
        <p:nvCxnSpPr>
          <p:cNvPr id="53" name="">
            <a:extLst xmlns:a="http://schemas.openxmlformats.org/drawingml/2006/main">
              <a:ext uri="{FF2B5EF4-FFF2-40B4-BE49-F238E27FC236}">
                <a16:creationId xmlns:a16="http://schemas.microsoft.com/office/drawing/2014/main" id="{514C59B9-F712-4C01-8068-8DC2F6586964}"/>
              </a:ext>
            </a:extLst>
          </p:cNvPr>
          <p:cNvCxnSpPr/>
          <p:nvPr/>
        </p:nvCxnSpPr>
        <p:spPr>
          <a:xfrm xmlns:a="http://schemas.openxmlformats.org/drawingml/2006/main" flipH="1" flipV="0">
            <a:off x="9858375" y="3476625"/>
            <a:ext cx="1333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54" name="">
            <a:extLst xmlns:a="http://schemas.openxmlformats.org/drawingml/2006/main">
              <a:ext uri="{FF2B5EF4-FFF2-40B4-BE49-F238E27FC236}">
                <a16:creationId xmlns:a16="http://schemas.microsoft.com/office/drawing/2014/main" id="{232D0E10-1A9B-4FB3-8435-AD8FB4630A51}"/>
              </a:ext>
            </a:extLst>
          </p:cNvPr>
          <p:cNvCxnSpPr/>
          <p:nvPr/>
        </p:nvCxnSpPr>
        <p:spPr>
          <a:xfrm xmlns:a="http://schemas.openxmlformats.org/drawingml/2006/main" flipH="1" flipV="0">
            <a:off x="9858375" y="3543300"/>
            <a:ext cx="13335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55" name="">
            <a:extLst xmlns:a="http://schemas.openxmlformats.org/drawingml/2006/main">
              <a:ext uri="{FF2B5EF4-FFF2-40B4-BE49-F238E27FC236}">
                <a16:creationId xmlns:a16="http://schemas.microsoft.com/office/drawing/2014/main" id="{43C02BBC-A3AD-4AC0-9785-55168715E6F8}"/>
              </a:ext>
            </a:extLst>
          </p:cNvPr>
          <p:cNvCxnSpPr/>
          <p:nvPr/>
        </p:nvCxnSpPr>
        <p:spPr>
          <a:xfrm xmlns:a="http://schemas.openxmlformats.org/drawingml/2006/main" flipH="0" flipV="0">
            <a:off x="9925050" y="3924300"/>
            <a:ext cx="76200" cy="171450"/>
          </a:xfrm>
          <a:prstGeom xmlns:a="http://schemas.openxmlformats.org/drawingml/2006/main" prst="straightConnector1">
            <a:avLst/>
          </a:prstGeom>
          <a:ln xmlns:a="http://schemas.openxmlformats.org/drawingml/2006/main" w="15240">
            <a:solidFill>
              <a:srgbClr val="173042"/>
            </a:solidFill>
            <a:prstDash val="solid"/>
          </a:ln>
        </p:spPr>
      </p:cxnSp>
      <p:cxnSp>
        <p:nvCxnSpPr>
          <p:cNvPr id="56" name="">
            <a:extLst xmlns:a="http://schemas.openxmlformats.org/drawingml/2006/main">
              <a:ext uri="{FF2B5EF4-FFF2-40B4-BE49-F238E27FC236}">
                <a16:creationId xmlns:a16="http://schemas.microsoft.com/office/drawing/2014/main" id="{41A1B25A-424F-4888-9070-EF78502B07DF}"/>
              </a:ext>
            </a:extLst>
          </p:cNvPr>
          <p:cNvCxnSpPr/>
          <p:nvPr/>
        </p:nvCxnSpPr>
        <p:spPr>
          <a:xfrm xmlns:a="http://schemas.openxmlformats.org/drawingml/2006/main" flipH="1" flipV="0">
            <a:off x="9848850" y="3924300"/>
            <a:ext cx="76200" cy="171450"/>
          </a:xfrm>
          <a:prstGeom xmlns:a="http://schemas.openxmlformats.org/drawingml/2006/main" prst="straightConnector1">
            <a:avLst/>
          </a:prstGeom>
          <a:ln xmlns:a="http://schemas.openxmlformats.org/drawingml/2006/main" w="15240">
            <a:solidFill>
              <a:srgbClr val="173042"/>
            </a:solidFill>
            <a:prstDash val="solid"/>
          </a:ln>
        </p:spPr>
      </p:cxnSp>
      <p:sp>
        <p:nvSpPr>
          <p:cNvPr id="57" name="">
            <a:extLst xmlns:a="http://schemas.openxmlformats.org/drawingml/2006/main">
              <a:ext uri="{FF2B5EF4-FFF2-40B4-BE49-F238E27FC236}">
                <a16:creationId xmlns:a16="http://schemas.microsoft.com/office/drawing/2014/main" id="{3DC306E0-68C0-4840-BDE3-216B7893F535}"/>
              </a:ext>
            </a:extLst>
          </p:cNvPr>
          <p:cNvSpPr>
            <a:spLocks xmlns:a="http://schemas.openxmlformats.org/drawingml/2006/main" noGrp="1"/>
          </p:cNvSpPr>
          <p:nvPr/>
        </p:nvSpPr>
        <p:spPr>
          <a:xfrm xmlns:a="http://schemas.openxmlformats.org/drawingml/2006/main">
            <a:off x="9877425" y="3790950"/>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sp>
        <p:nvSpPr>
          <p:cNvPr id="58" name="">
            <a:extLst xmlns:a="http://schemas.openxmlformats.org/drawingml/2006/main">
              <a:ext uri="{FF2B5EF4-FFF2-40B4-BE49-F238E27FC236}">
                <a16:creationId xmlns:a16="http://schemas.microsoft.com/office/drawing/2014/main" id="{2BCE1F30-44E2-4342-ABB7-3E892F7584E7}"/>
              </a:ext>
            </a:extLst>
          </p:cNvPr>
          <p:cNvSpPr>
            <a:spLocks xmlns:a="http://schemas.openxmlformats.org/drawingml/2006/main" noGrp="1"/>
          </p:cNvSpPr>
          <p:nvPr/>
        </p:nvSpPr>
        <p:spPr>
          <a:xfrm xmlns:a="http://schemas.openxmlformats.org/drawingml/2006/main">
            <a:off x="10096500" y="3571875"/>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07681"/>
                </a:solidFill>
                <a:latin typeface="Arial"/>
                <a:ea typeface="Arial"/>
                <a:cs typeface="Arial"/>
              </a:defRPr>
            </a:defPPr>
            <a:lvl1pPr algn="l">
              <a:buNone/>
              <a:defRPr sz="1350" b="0">
                <a:solidFill>
                  <a:srgbClr val="607681"/>
                </a:solidFill>
                <a:latin typeface="Arial"/>
                <a:ea typeface="Arial"/>
                <a:cs typeface="Arial"/>
              </a:defRPr>
            </a:lvl1pPr>
            <a:lvl2pPr algn="l">
              <a:buNone/>
              <a:defRPr sz="1350" b="0">
                <a:solidFill>
                  <a:srgbClr val="607681"/>
                </a:solidFill>
                <a:latin typeface="Arial"/>
                <a:ea typeface="Arial"/>
                <a:cs typeface="Arial"/>
              </a:defRPr>
            </a:lvl2pPr>
            <a:lvl3pPr algn="l">
              <a:buNone/>
              <a:defRPr sz="1350" b="0">
                <a:solidFill>
                  <a:srgbClr val="607681"/>
                </a:solidFill>
                <a:latin typeface="Arial"/>
                <a:ea typeface="Arial"/>
                <a:cs typeface="Arial"/>
              </a:defRPr>
            </a:lvl3pPr>
            <a:lvl4pPr algn="l">
              <a:buNone/>
              <a:defRPr sz="1350" b="0">
                <a:solidFill>
                  <a:srgbClr val="607681"/>
                </a:solidFill>
                <a:latin typeface="Arial"/>
                <a:ea typeface="Arial"/>
                <a:cs typeface="Arial"/>
              </a:defRPr>
            </a:lvl4pPr>
            <a:lvl5pPr algn="l">
              <a:buNone/>
              <a:defRPr sz="1350" b="0">
                <a:solidFill>
                  <a:srgbClr val="607681"/>
                </a:solidFill>
                <a:latin typeface="Arial"/>
                <a:ea typeface="Arial"/>
                <a:cs typeface="Arial"/>
              </a:defRPr>
            </a:lvl5pPr>
            <a:lvl6pPr algn="l">
              <a:buNone/>
              <a:defRPr sz="1350" b="0">
                <a:solidFill>
                  <a:srgbClr val="607681"/>
                </a:solidFill>
                <a:latin typeface="Arial"/>
                <a:ea typeface="Arial"/>
                <a:cs typeface="Arial"/>
              </a:defRPr>
            </a:lvl6pPr>
            <a:lvl7pPr algn="l">
              <a:buNone/>
              <a:defRPr sz="1350" b="0">
                <a:solidFill>
                  <a:srgbClr val="607681"/>
                </a:solidFill>
                <a:latin typeface="Arial"/>
                <a:ea typeface="Arial"/>
                <a:cs typeface="Arial"/>
              </a:defRPr>
            </a:lvl7pPr>
            <a:lvl8pPr algn="l">
              <a:buNone/>
              <a:defRPr sz="1350" b="0">
                <a:solidFill>
                  <a:srgbClr val="607681"/>
                </a:solidFill>
                <a:latin typeface="Arial"/>
                <a:ea typeface="Arial"/>
                <a:cs typeface="Arial"/>
              </a:defRPr>
            </a:lvl8pPr>
            <a:lvl9pPr algn="l">
              <a:buNone/>
              <a:defRPr sz="1350" b="0">
                <a:solidFill>
                  <a:srgbClr val="607681"/>
                </a:solidFill>
                <a:latin typeface="Arial"/>
                <a:ea typeface="Arial"/>
                <a:cs typeface="Arial"/>
              </a:defRPr>
            </a:lvl9pPr>
          </a:lstStyle>
          <a:p xmlns:a="http://schemas.openxmlformats.org/drawingml/2006/main">
            <a:pPr algn="l">
              <a:buNone/>
              <a:defRPr sz="1350" b="0">
                <a:solidFill>
                  <a:srgbClr val="607681"/>
                </a:solidFill>
                <a:latin typeface="Arial"/>
                <a:ea typeface="Arial"/>
                <a:cs typeface="Arial"/>
              </a:defRPr>
            </a:pPr>
            <a:r>
              <a:rPr sz="1350" b="0">
                <a:solidFill>
                  <a:srgbClr val="607681"/>
                </a:solidFill>
                <a:latin typeface="Arial"/>
                <a:ea typeface="Arial"/>
                <a:cs typeface="Arial"/>
              </a:rPr>
              <a:t>ticket_type_id</a:t>
            </a:r>
          </a:p>
        </p:txBody>
      </p:sp>
      <p:sp>
        <p:nvSpPr>
          <p:cNvPr id="59" name="">
            <a:extLst xmlns:a="http://schemas.openxmlformats.org/drawingml/2006/main">
              <a:ext uri="{FF2B5EF4-FFF2-40B4-BE49-F238E27FC236}">
                <a16:creationId xmlns:a16="http://schemas.microsoft.com/office/drawing/2014/main" id="{E6946634-1569-48C5-95AE-5E26E95F4841}"/>
              </a:ext>
            </a:extLst>
          </p:cNvPr>
          <p:cNvSpPr>
            <a:spLocks xmlns:a="http://schemas.openxmlformats.org/drawingml/2006/main" noGrp="1"/>
          </p:cNvSpPr>
          <p:nvPr/>
        </p:nvSpPr>
        <p:spPr>
          <a:xfrm xmlns:a="http://schemas.openxmlformats.org/drawingml/2006/main">
            <a:off x="4191000" y="5286375"/>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607681"/>
                </a:solidFill>
                <a:latin typeface="Arial"/>
                <a:ea typeface="Arial"/>
                <a:cs typeface="Arial"/>
              </a:defRPr>
            </a:defPPr>
            <a:lvl1pPr algn="l">
              <a:buNone/>
              <a:defRPr sz="1575" b="0">
                <a:solidFill>
                  <a:srgbClr val="607681"/>
                </a:solidFill>
                <a:latin typeface="Arial"/>
                <a:ea typeface="Arial"/>
                <a:cs typeface="Arial"/>
              </a:defRPr>
            </a:lvl1pPr>
            <a:lvl2pPr algn="l">
              <a:buNone/>
              <a:defRPr sz="1575" b="0">
                <a:solidFill>
                  <a:srgbClr val="607681"/>
                </a:solidFill>
                <a:latin typeface="Arial"/>
                <a:ea typeface="Arial"/>
                <a:cs typeface="Arial"/>
              </a:defRPr>
            </a:lvl2pPr>
            <a:lvl3pPr algn="l">
              <a:buNone/>
              <a:defRPr sz="1575" b="0">
                <a:solidFill>
                  <a:srgbClr val="607681"/>
                </a:solidFill>
                <a:latin typeface="Arial"/>
                <a:ea typeface="Arial"/>
                <a:cs typeface="Arial"/>
              </a:defRPr>
            </a:lvl3pPr>
            <a:lvl4pPr algn="l">
              <a:buNone/>
              <a:defRPr sz="1575" b="0">
                <a:solidFill>
                  <a:srgbClr val="607681"/>
                </a:solidFill>
                <a:latin typeface="Arial"/>
                <a:ea typeface="Arial"/>
                <a:cs typeface="Arial"/>
              </a:defRPr>
            </a:lvl4pPr>
            <a:lvl5pPr algn="l">
              <a:buNone/>
              <a:defRPr sz="1575" b="0">
                <a:solidFill>
                  <a:srgbClr val="607681"/>
                </a:solidFill>
                <a:latin typeface="Arial"/>
                <a:ea typeface="Arial"/>
                <a:cs typeface="Arial"/>
              </a:defRPr>
            </a:lvl5pPr>
            <a:lvl6pPr algn="l">
              <a:buNone/>
              <a:defRPr sz="1575" b="0">
                <a:solidFill>
                  <a:srgbClr val="607681"/>
                </a:solidFill>
                <a:latin typeface="Arial"/>
                <a:ea typeface="Arial"/>
                <a:cs typeface="Arial"/>
              </a:defRPr>
            </a:lvl6pPr>
            <a:lvl7pPr algn="l">
              <a:buNone/>
              <a:defRPr sz="1575" b="0">
                <a:solidFill>
                  <a:srgbClr val="607681"/>
                </a:solidFill>
                <a:latin typeface="Arial"/>
                <a:ea typeface="Arial"/>
                <a:cs typeface="Arial"/>
              </a:defRPr>
            </a:lvl7pPr>
            <a:lvl8pPr algn="l">
              <a:buNone/>
              <a:defRPr sz="1575" b="0">
                <a:solidFill>
                  <a:srgbClr val="607681"/>
                </a:solidFill>
                <a:latin typeface="Arial"/>
                <a:ea typeface="Arial"/>
                <a:cs typeface="Arial"/>
              </a:defRPr>
            </a:lvl8pPr>
            <a:lvl9pPr algn="l">
              <a:buNone/>
              <a:defRPr sz="1575" b="0">
                <a:solidFill>
                  <a:srgbClr val="607681"/>
                </a:solidFill>
                <a:latin typeface="Arial"/>
                <a:ea typeface="Arial"/>
                <a:cs typeface="Arial"/>
              </a:defRPr>
            </a:lvl9pPr>
          </a:lstStyle>
          <a:p xmlns:a="http://schemas.openxmlformats.org/drawingml/2006/main">
            <a:pPr algn="l">
              <a:buNone/>
              <a:defRPr sz="1575" b="0">
                <a:solidFill>
                  <a:srgbClr val="607681"/>
                </a:solidFill>
                <a:latin typeface="Arial"/>
                <a:ea typeface="Arial"/>
                <a:cs typeface="Arial"/>
              </a:defRPr>
            </a:pPr>
            <a:r>
              <a:rPr sz="1575" b="0">
                <a:solidFill>
                  <a:srgbClr val="607681"/>
                </a:solidFill>
                <a:latin typeface="Arial"/>
                <a:ea typeface="Arial"/>
                <a:cs typeface="Arial"/>
              </a:rPr>
              <a:t>|| exactly one     o&lt; zero or many</a:t>
            </a:r>
          </a:p>
          <a:p xmlns:a="http://schemas.openxmlformats.org/drawingml/2006/main">
            <a:pPr algn="l">
              <a:buNone/>
              <a:defRPr sz="1575" b="0">
                <a:solidFill>
                  <a:srgbClr val="607681"/>
                </a:solidFill>
                <a:latin typeface="Arial"/>
                <a:ea typeface="Arial"/>
                <a:cs typeface="Arial"/>
              </a:defRPr>
            </a:pPr>
            <a:r>
              <a:rPr sz="1575" b="0">
                <a:solidFill>
                  <a:srgbClr val="607681"/>
                </a:solidFill>
                <a:latin typeface="Arial"/>
                <a:ea typeface="Arial"/>
                <a:cs typeface="Arial"/>
              </a:rPr>
              <a:t>PK primary key     FK foreign key</a:t>
            </a:r>
          </a:p>
        </p:txBody>
      </p:sp>
      <p:cxnSp>
        <p:nvCxnSpPr>
          <p:cNvPr id="61" name="Footer rule">
            <a:extLst xmlns:a="http://schemas.openxmlformats.org/drawingml/2006/main">
              <a:ext uri="{FF2B5EF4-FFF2-40B4-BE49-F238E27FC236}">
                <a16:creationId xmlns:a16="http://schemas.microsoft.com/office/drawing/2014/main" id="{12CD5120-0002-492C-A094-B396BABEF3BE}"/>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0561955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3779736-3E19-47A5-8ED0-BFF3C3518080}"/>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ARCHITECTURE AND DESIGN</a:t>
            </a:r>
          </a:p>
        </p:txBody>
      </p:sp>
      <p:sp>
        <p:nvSpPr>
          <p:cNvPr id="2" name="">
            <a:extLst xmlns:a="http://schemas.openxmlformats.org/drawingml/2006/main">
              <a:ext uri="{FF2B5EF4-FFF2-40B4-BE49-F238E27FC236}">
                <a16:creationId xmlns:a16="http://schemas.microsoft.com/office/drawing/2014/main" id="{B497425C-C132-4430-932D-A6746B5561D4}"/>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Tickets and permanent check-in audit</a:t>
            </a:r>
          </a:p>
        </p:txBody>
      </p:sp>
      <p:sp>
        <p:nvSpPr>
          <p:cNvPr id="3" name="">
            <a:extLst xmlns:a="http://schemas.openxmlformats.org/drawingml/2006/main">
              <a:ext uri="{FF2B5EF4-FFF2-40B4-BE49-F238E27FC236}">
                <a16:creationId xmlns:a16="http://schemas.microsoft.com/office/drawing/2014/main" id="{C04CAFE5-0D9B-406D-864A-1A11937B9754}"/>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932B8FAB-FD1C-4A5C-A56A-CEA0AFC40442}"/>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D96018DA-76A8-46FE-8DCF-4AAEE9C1708E}"/>
              </a:ext>
            </a:extLst>
          </p:cNvPr>
          <p:cNvSpPr>
            <a:spLocks xmlns:a="http://schemas.openxmlformats.org/drawingml/2006/main" noGrp="1"/>
          </p:cNvSpPr>
          <p:nvPr/>
        </p:nvSpPr>
        <p:spPr>
          <a:xfrm xmlns:a="http://schemas.openxmlformats.org/drawingml/2006/main">
            <a:off x="609600" y="1905000"/>
            <a:ext cx="3048000"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F91B87E4-3682-4446-9354-CE6FA3C61BC2}"/>
              </a:ext>
            </a:extLst>
          </p:cNvPr>
          <p:cNvSpPr>
            <a:spLocks xmlns:a="http://schemas.openxmlformats.org/drawingml/2006/main" noGrp="1"/>
          </p:cNvSpPr>
          <p:nvPr/>
        </p:nvSpPr>
        <p:spPr>
          <a:xfrm xmlns:a="http://schemas.openxmlformats.org/drawingml/2006/main">
            <a:off x="609600" y="1905000"/>
            <a:ext cx="3048000"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7" name="">
            <a:extLst xmlns:a="http://schemas.openxmlformats.org/drawingml/2006/main">
              <a:ext uri="{FF2B5EF4-FFF2-40B4-BE49-F238E27FC236}">
                <a16:creationId xmlns:a16="http://schemas.microsoft.com/office/drawing/2014/main" id="{8FC01D35-8768-4B2B-BFAA-FAB401C732CA}"/>
              </a:ext>
            </a:extLst>
          </p:cNvPr>
          <p:cNvSpPr>
            <a:spLocks xmlns:a="http://schemas.openxmlformats.org/drawingml/2006/main" noGrp="1"/>
          </p:cNvSpPr>
          <p:nvPr/>
        </p:nvSpPr>
        <p:spPr>
          <a:xfrm xmlns:a="http://schemas.openxmlformats.org/drawingml/2006/main">
            <a:off x="704850" y="19812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bookings</a:t>
            </a:r>
          </a:p>
        </p:txBody>
      </p:sp>
      <p:sp>
        <p:nvSpPr>
          <p:cNvPr id="8" name="">
            <a:extLst xmlns:a="http://schemas.openxmlformats.org/drawingml/2006/main">
              <a:ext uri="{FF2B5EF4-FFF2-40B4-BE49-F238E27FC236}">
                <a16:creationId xmlns:a16="http://schemas.microsoft.com/office/drawing/2014/main" id="{01FF7439-3368-4EAF-A5E8-56C817632F67}"/>
              </a:ext>
            </a:extLst>
          </p:cNvPr>
          <p:cNvSpPr>
            <a:spLocks xmlns:a="http://schemas.openxmlformats.org/drawingml/2006/main" noGrp="1"/>
          </p:cNvSpPr>
          <p:nvPr/>
        </p:nvSpPr>
        <p:spPr>
          <a:xfrm xmlns:a="http://schemas.openxmlformats.org/drawingml/2006/main">
            <a:off x="723900" y="2400300"/>
            <a:ext cx="2819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event_id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UQ  (id, event_id)</a:t>
            </a:r>
          </a:p>
        </p:txBody>
      </p:sp>
      <p:sp>
        <p:nvSpPr>
          <p:cNvPr id="9" name="">
            <a:extLst xmlns:a="http://schemas.openxmlformats.org/drawingml/2006/main">
              <a:ext uri="{FF2B5EF4-FFF2-40B4-BE49-F238E27FC236}">
                <a16:creationId xmlns:a16="http://schemas.microsoft.com/office/drawing/2014/main" id="{F1376559-346B-4F4C-9B54-2F870886B795}"/>
              </a:ext>
            </a:extLst>
          </p:cNvPr>
          <p:cNvSpPr>
            <a:spLocks xmlns:a="http://schemas.openxmlformats.org/drawingml/2006/main" noGrp="1"/>
          </p:cNvSpPr>
          <p:nvPr/>
        </p:nvSpPr>
        <p:spPr>
          <a:xfrm xmlns:a="http://schemas.openxmlformats.org/drawingml/2006/main">
            <a:off x="4619625" y="1905000"/>
            <a:ext cx="3667125" cy="233362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0" name="">
            <a:extLst xmlns:a="http://schemas.openxmlformats.org/drawingml/2006/main">
              <a:ext uri="{FF2B5EF4-FFF2-40B4-BE49-F238E27FC236}">
                <a16:creationId xmlns:a16="http://schemas.microsoft.com/office/drawing/2014/main" id="{BAD34BD0-1BF9-42C2-8C9B-EAB1D07E9906}"/>
              </a:ext>
            </a:extLst>
          </p:cNvPr>
          <p:cNvSpPr>
            <a:spLocks xmlns:a="http://schemas.openxmlformats.org/drawingml/2006/main" noGrp="1"/>
          </p:cNvSpPr>
          <p:nvPr/>
        </p:nvSpPr>
        <p:spPr>
          <a:xfrm xmlns:a="http://schemas.openxmlformats.org/drawingml/2006/main">
            <a:off x="4619625" y="1905000"/>
            <a:ext cx="3667125"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1" name="">
            <a:extLst xmlns:a="http://schemas.openxmlformats.org/drawingml/2006/main">
              <a:ext uri="{FF2B5EF4-FFF2-40B4-BE49-F238E27FC236}">
                <a16:creationId xmlns:a16="http://schemas.microsoft.com/office/drawing/2014/main" id="{C0BF29EB-6F5D-4AA6-8279-BA509A6584DD}"/>
              </a:ext>
            </a:extLst>
          </p:cNvPr>
          <p:cNvSpPr>
            <a:spLocks xmlns:a="http://schemas.openxmlformats.org/drawingml/2006/main" noGrp="1"/>
          </p:cNvSpPr>
          <p:nvPr/>
        </p:nvSpPr>
        <p:spPr>
          <a:xfrm xmlns:a="http://schemas.openxmlformats.org/drawingml/2006/main">
            <a:off x="4714875" y="19812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issued_tickets</a:t>
            </a:r>
          </a:p>
        </p:txBody>
      </p:sp>
      <p:sp>
        <p:nvSpPr>
          <p:cNvPr id="12" name="">
            <a:extLst xmlns:a="http://schemas.openxmlformats.org/drawingml/2006/main">
              <a:ext uri="{FF2B5EF4-FFF2-40B4-BE49-F238E27FC236}">
                <a16:creationId xmlns:a16="http://schemas.microsoft.com/office/drawing/2014/main" id="{C94C14BA-A796-4DD7-8DB2-49A820B71AC3}"/>
              </a:ext>
            </a:extLst>
          </p:cNvPr>
          <p:cNvSpPr>
            <a:spLocks xmlns:a="http://schemas.openxmlformats.org/drawingml/2006/main" noGrp="1"/>
          </p:cNvSpPr>
          <p:nvPr/>
        </p:nvSpPr>
        <p:spPr>
          <a:xfrm xmlns:a="http://schemas.openxmlformats.org/drawingml/2006/main">
            <a:off x="4733925" y="2400300"/>
            <a:ext cx="34385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(booking_id, event_id)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UQ  (booking_id, ordinal)</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      status</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      checked_in_at, voided_at</a:t>
            </a:r>
          </a:p>
        </p:txBody>
      </p:sp>
      <p:sp>
        <p:nvSpPr>
          <p:cNvPr id="13" name="">
            <a:extLst xmlns:a="http://schemas.openxmlformats.org/drawingml/2006/main">
              <a:ext uri="{FF2B5EF4-FFF2-40B4-BE49-F238E27FC236}">
                <a16:creationId xmlns:a16="http://schemas.microsoft.com/office/drawing/2014/main" id="{BDDBDA0F-D306-4639-9C9D-648784BA0A41}"/>
              </a:ext>
            </a:extLst>
          </p:cNvPr>
          <p:cNvSpPr>
            <a:spLocks xmlns:a="http://schemas.openxmlformats.org/drawingml/2006/main" noGrp="1"/>
          </p:cNvSpPr>
          <p:nvPr/>
        </p:nvSpPr>
        <p:spPr>
          <a:xfrm xmlns:a="http://schemas.openxmlformats.org/drawingml/2006/main">
            <a:off x="8286750" y="4476750"/>
            <a:ext cx="3286125" cy="17145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4" name="">
            <a:extLst xmlns:a="http://schemas.openxmlformats.org/drawingml/2006/main">
              <a:ext uri="{FF2B5EF4-FFF2-40B4-BE49-F238E27FC236}">
                <a16:creationId xmlns:a16="http://schemas.microsoft.com/office/drawing/2014/main" id="{CDE0919D-D1B2-475F-8785-7A38B4EB634E}"/>
              </a:ext>
            </a:extLst>
          </p:cNvPr>
          <p:cNvSpPr>
            <a:spLocks xmlns:a="http://schemas.openxmlformats.org/drawingml/2006/main" noGrp="1"/>
          </p:cNvSpPr>
          <p:nvPr/>
        </p:nvSpPr>
        <p:spPr>
          <a:xfrm xmlns:a="http://schemas.openxmlformats.org/drawingml/2006/main">
            <a:off x="8286750" y="4476750"/>
            <a:ext cx="3286125" cy="3810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5" name="">
            <a:extLst xmlns:a="http://schemas.openxmlformats.org/drawingml/2006/main">
              <a:ext uri="{FF2B5EF4-FFF2-40B4-BE49-F238E27FC236}">
                <a16:creationId xmlns:a16="http://schemas.microsoft.com/office/drawing/2014/main" id="{28B20D5B-11B4-4B30-A89F-E7C5EEB51191}"/>
              </a:ext>
            </a:extLst>
          </p:cNvPr>
          <p:cNvSpPr>
            <a:spLocks xmlns:a="http://schemas.openxmlformats.org/drawingml/2006/main" noGrp="1"/>
          </p:cNvSpPr>
          <p:nvPr/>
        </p:nvSpPr>
        <p:spPr>
          <a:xfrm xmlns:a="http://schemas.openxmlformats.org/drawingml/2006/main">
            <a:off x="8382000" y="45529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73042"/>
                </a:solidFill>
                <a:latin typeface="Arial"/>
                <a:ea typeface="Arial"/>
                <a:cs typeface="Arial"/>
              </a:defRPr>
            </a:defPPr>
            <a:lvl1pPr algn="l">
              <a:buNone/>
              <a:defRPr sz="1800" b="1">
                <a:solidFill>
                  <a:srgbClr val="173042"/>
                </a:solidFill>
                <a:latin typeface="Arial"/>
                <a:ea typeface="Arial"/>
                <a:cs typeface="Arial"/>
              </a:defRPr>
            </a:lvl1pPr>
            <a:lvl2pPr algn="l">
              <a:buNone/>
              <a:defRPr sz="1800" b="1">
                <a:solidFill>
                  <a:srgbClr val="173042"/>
                </a:solidFill>
                <a:latin typeface="Arial"/>
                <a:ea typeface="Arial"/>
                <a:cs typeface="Arial"/>
              </a:defRPr>
            </a:lvl2pPr>
            <a:lvl3pPr algn="l">
              <a:buNone/>
              <a:defRPr sz="1800" b="1">
                <a:solidFill>
                  <a:srgbClr val="173042"/>
                </a:solidFill>
                <a:latin typeface="Arial"/>
                <a:ea typeface="Arial"/>
                <a:cs typeface="Arial"/>
              </a:defRPr>
            </a:lvl3pPr>
            <a:lvl4pPr algn="l">
              <a:buNone/>
              <a:defRPr sz="1800" b="1">
                <a:solidFill>
                  <a:srgbClr val="173042"/>
                </a:solidFill>
                <a:latin typeface="Arial"/>
                <a:ea typeface="Arial"/>
                <a:cs typeface="Arial"/>
              </a:defRPr>
            </a:lvl4pPr>
            <a:lvl5pPr algn="l">
              <a:buNone/>
              <a:defRPr sz="1800" b="1">
                <a:solidFill>
                  <a:srgbClr val="173042"/>
                </a:solidFill>
                <a:latin typeface="Arial"/>
                <a:ea typeface="Arial"/>
                <a:cs typeface="Arial"/>
              </a:defRPr>
            </a:lvl5pPr>
            <a:lvl6pPr algn="l">
              <a:buNone/>
              <a:defRPr sz="1800" b="1">
                <a:solidFill>
                  <a:srgbClr val="173042"/>
                </a:solidFill>
                <a:latin typeface="Arial"/>
                <a:ea typeface="Arial"/>
                <a:cs typeface="Arial"/>
              </a:defRPr>
            </a:lvl6pPr>
            <a:lvl7pPr algn="l">
              <a:buNone/>
              <a:defRPr sz="1800" b="1">
                <a:solidFill>
                  <a:srgbClr val="173042"/>
                </a:solidFill>
                <a:latin typeface="Arial"/>
                <a:ea typeface="Arial"/>
                <a:cs typeface="Arial"/>
              </a:defRPr>
            </a:lvl7pPr>
            <a:lvl8pPr algn="l">
              <a:buNone/>
              <a:defRPr sz="1800" b="1">
                <a:solidFill>
                  <a:srgbClr val="173042"/>
                </a:solidFill>
                <a:latin typeface="Arial"/>
                <a:ea typeface="Arial"/>
                <a:cs typeface="Arial"/>
              </a:defRPr>
            </a:lvl8pPr>
            <a:lvl9pPr algn="l">
              <a:buNone/>
              <a:defRPr sz="1800" b="1">
                <a:solidFill>
                  <a:srgbClr val="173042"/>
                </a:solidFill>
                <a:latin typeface="Arial"/>
                <a:ea typeface="Arial"/>
                <a:cs typeface="Arial"/>
              </a:defRPr>
            </a:lvl9pPr>
          </a:lstStyle>
          <a:p xmlns:a="http://schemas.openxmlformats.org/drawingml/2006/main">
            <a:pPr algn="l">
              <a:buNone/>
              <a:defRPr sz="1800" b="1">
                <a:solidFill>
                  <a:srgbClr val="173042"/>
                </a:solidFill>
                <a:latin typeface="Arial"/>
                <a:ea typeface="Arial"/>
                <a:cs typeface="Arial"/>
              </a:defRPr>
            </a:pPr>
            <a:r>
              <a:rPr sz="1800" b="1">
                <a:solidFill>
                  <a:srgbClr val="173042"/>
                </a:solidFill>
                <a:latin typeface="Arial"/>
                <a:ea typeface="Arial"/>
                <a:cs typeface="Arial"/>
              </a:rPr>
              <a:t>ticket_check_in_records</a:t>
            </a:r>
          </a:p>
        </p:txBody>
      </p:sp>
      <p:sp>
        <p:nvSpPr>
          <p:cNvPr id="16" name="">
            <a:extLst xmlns:a="http://schemas.openxmlformats.org/drawingml/2006/main">
              <a:ext uri="{FF2B5EF4-FFF2-40B4-BE49-F238E27FC236}">
                <a16:creationId xmlns:a16="http://schemas.microsoft.com/office/drawing/2014/main" id="{8A68DF83-9D50-4A10-A580-42D05D054FF2}"/>
              </a:ext>
            </a:extLst>
          </p:cNvPr>
          <p:cNvSpPr>
            <a:spLocks xmlns:a="http://schemas.openxmlformats.org/drawingml/2006/main" noGrp="1"/>
          </p:cNvSpPr>
          <p:nvPr/>
        </p:nvSpPr>
        <p:spPr>
          <a:xfrm xmlns:a="http://schemas.openxmlformats.org/drawingml/2006/main">
            <a:off x="8401050" y="4972050"/>
            <a:ext cx="30575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73042"/>
                </a:solidFill>
                <a:latin typeface="Arial"/>
                <a:ea typeface="Arial"/>
                <a:cs typeface="Arial"/>
              </a:defRPr>
            </a:defPPr>
            <a:lvl1pPr algn="l">
              <a:buNone/>
              <a:defRPr sz="1575" b="0">
                <a:solidFill>
                  <a:srgbClr val="173042"/>
                </a:solidFill>
                <a:latin typeface="Arial"/>
                <a:ea typeface="Arial"/>
                <a:cs typeface="Arial"/>
              </a:defRPr>
            </a:lvl1pPr>
            <a:lvl2pPr algn="l">
              <a:buNone/>
              <a:defRPr sz="1575" b="0">
                <a:solidFill>
                  <a:srgbClr val="173042"/>
                </a:solidFill>
                <a:latin typeface="Arial"/>
                <a:ea typeface="Arial"/>
                <a:cs typeface="Arial"/>
              </a:defRPr>
            </a:lvl2pPr>
            <a:lvl3pPr algn="l">
              <a:buNone/>
              <a:defRPr sz="1575" b="0">
                <a:solidFill>
                  <a:srgbClr val="173042"/>
                </a:solidFill>
                <a:latin typeface="Arial"/>
                <a:ea typeface="Arial"/>
                <a:cs typeface="Arial"/>
              </a:defRPr>
            </a:lvl3pPr>
            <a:lvl4pPr algn="l">
              <a:buNone/>
              <a:defRPr sz="1575" b="0">
                <a:solidFill>
                  <a:srgbClr val="173042"/>
                </a:solidFill>
                <a:latin typeface="Arial"/>
                <a:ea typeface="Arial"/>
                <a:cs typeface="Arial"/>
              </a:defRPr>
            </a:lvl4pPr>
            <a:lvl5pPr algn="l">
              <a:buNone/>
              <a:defRPr sz="1575" b="0">
                <a:solidFill>
                  <a:srgbClr val="173042"/>
                </a:solidFill>
                <a:latin typeface="Arial"/>
                <a:ea typeface="Arial"/>
                <a:cs typeface="Arial"/>
              </a:defRPr>
            </a:lvl5pPr>
            <a:lvl6pPr algn="l">
              <a:buNone/>
              <a:defRPr sz="1575" b="0">
                <a:solidFill>
                  <a:srgbClr val="173042"/>
                </a:solidFill>
                <a:latin typeface="Arial"/>
                <a:ea typeface="Arial"/>
                <a:cs typeface="Arial"/>
              </a:defRPr>
            </a:lvl6pPr>
            <a:lvl7pPr algn="l">
              <a:buNone/>
              <a:defRPr sz="1575" b="0">
                <a:solidFill>
                  <a:srgbClr val="173042"/>
                </a:solidFill>
                <a:latin typeface="Arial"/>
                <a:ea typeface="Arial"/>
                <a:cs typeface="Arial"/>
              </a:defRPr>
            </a:lvl7pPr>
            <a:lvl8pPr algn="l">
              <a:buNone/>
              <a:defRPr sz="1575" b="0">
                <a:solidFill>
                  <a:srgbClr val="173042"/>
                </a:solidFill>
                <a:latin typeface="Arial"/>
                <a:ea typeface="Arial"/>
                <a:cs typeface="Arial"/>
              </a:defRPr>
            </a:lvl8pPr>
            <a:lvl9pPr algn="l">
              <a:buNone/>
              <a:defRPr sz="1575" b="0">
                <a:solidFill>
                  <a:srgbClr val="173042"/>
                </a:solidFill>
                <a:latin typeface="Arial"/>
                <a:ea typeface="Arial"/>
                <a:cs typeface="Arial"/>
              </a:defRPr>
            </a:lvl9pPr>
          </a:lstStyle>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PK  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UQ  ticket_id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event_id, booking_id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FK  operator_id : UUID</a:t>
            </a:r>
          </a:p>
          <a:p xmlns:a="http://schemas.openxmlformats.org/drawingml/2006/main">
            <a:pPr algn="l">
              <a:buNone/>
              <a:defRPr sz="1575" b="0">
                <a:solidFill>
                  <a:srgbClr val="173042"/>
                </a:solidFill>
                <a:latin typeface="Arial"/>
                <a:ea typeface="Arial"/>
                <a:cs typeface="Arial"/>
              </a:defRPr>
            </a:pPr>
            <a:r>
              <a:rPr sz="1575" b="0">
                <a:solidFill>
                  <a:srgbClr val="173042"/>
                </a:solidFill>
                <a:latin typeface="Arial"/>
                <a:ea typeface="Arial"/>
                <a:cs typeface="Arial"/>
              </a:rPr>
              <a:t>      checked_in_at</a:t>
            </a:r>
          </a:p>
        </p:txBody>
      </p:sp>
      <p:cxnSp>
        <p:nvCxnSpPr>
          <p:cNvPr id="17" name="">
            <a:extLst xmlns:a="http://schemas.openxmlformats.org/drawingml/2006/main">
              <a:ext uri="{FF2B5EF4-FFF2-40B4-BE49-F238E27FC236}">
                <a16:creationId xmlns:a16="http://schemas.microsoft.com/office/drawing/2014/main" id="{6D31F68C-D9A8-4A2D-93C4-5AB76D1BB887}"/>
              </a:ext>
            </a:extLst>
          </p:cNvPr>
          <p:cNvCxnSpPr/>
          <p:nvPr/>
        </p:nvCxnSpPr>
        <p:spPr>
          <a:xfrm xmlns:a="http://schemas.openxmlformats.org/drawingml/2006/main" flipH="0" flipV="0">
            <a:off x="3657600" y="2667000"/>
            <a:ext cx="962025"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18" name="">
            <a:extLst xmlns:a="http://schemas.openxmlformats.org/drawingml/2006/main">
              <a:ext uri="{FF2B5EF4-FFF2-40B4-BE49-F238E27FC236}">
                <a16:creationId xmlns:a16="http://schemas.microsoft.com/office/drawing/2014/main" id="{4C63FA6E-AED0-4FB2-A79C-15ED3B483ADF}"/>
              </a:ext>
            </a:extLst>
          </p:cNvPr>
          <p:cNvCxnSpPr/>
          <p:nvPr/>
        </p:nvCxnSpPr>
        <p:spPr>
          <a:xfrm xmlns:a="http://schemas.openxmlformats.org/drawingml/2006/main" flipH="0" flipV="0">
            <a:off x="3752850" y="2600325"/>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19" name="">
            <a:extLst xmlns:a="http://schemas.openxmlformats.org/drawingml/2006/main">
              <a:ext uri="{FF2B5EF4-FFF2-40B4-BE49-F238E27FC236}">
                <a16:creationId xmlns:a16="http://schemas.microsoft.com/office/drawing/2014/main" id="{9A2590C5-3E86-4DBE-80C7-CDC4720A42D5}"/>
              </a:ext>
            </a:extLst>
          </p:cNvPr>
          <p:cNvCxnSpPr/>
          <p:nvPr/>
        </p:nvCxnSpPr>
        <p:spPr>
          <a:xfrm xmlns:a="http://schemas.openxmlformats.org/drawingml/2006/main" flipH="0" flipV="0">
            <a:off x="3819525" y="2600325"/>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20" name="">
            <a:extLst xmlns:a="http://schemas.openxmlformats.org/drawingml/2006/main">
              <a:ext uri="{FF2B5EF4-FFF2-40B4-BE49-F238E27FC236}">
                <a16:creationId xmlns:a16="http://schemas.microsoft.com/office/drawing/2014/main" id="{7F451B56-4396-4E4A-A814-C794ED2BA27C}"/>
              </a:ext>
            </a:extLst>
          </p:cNvPr>
          <p:cNvCxnSpPr/>
          <p:nvPr/>
        </p:nvCxnSpPr>
        <p:spPr>
          <a:xfrm xmlns:a="http://schemas.openxmlformats.org/drawingml/2006/main" flipH="0" flipV="1">
            <a:off x="4448175" y="2590800"/>
            <a:ext cx="171450" cy="76200"/>
          </a:xfrm>
          <a:prstGeom xmlns:a="http://schemas.openxmlformats.org/drawingml/2006/main" prst="straightConnector1">
            <a:avLst/>
          </a:prstGeom>
          <a:ln xmlns:a="http://schemas.openxmlformats.org/drawingml/2006/main" w="15240">
            <a:solidFill>
              <a:srgbClr val="173042"/>
            </a:solidFill>
            <a:prstDash val="solid"/>
          </a:ln>
        </p:spPr>
      </p:cxnSp>
      <p:cxnSp>
        <p:nvCxnSpPr>
          <p:cNvPr id="21" name="">
            <a:extLst xmlns:a="http://schemas.openxmlformats.org/drawingml/2006/main">
              <a:ext uri="{FF2B5EF4-FFF2-40B4-BE49-F238E27FC236}">
                <a16:creationId xmlns:a16="http://schemas.microsoft.com/office/drawing/2014/main" id="{7A53EEE4-E620-4947-8232-16627C2E50EB}"/>
              </a:ext>
            </a:extLst>
          </p:cNvPr>
          <p:cNvCxnSpPr/>
          <p:nvPr/>
        </p:nvCxnSpPr>
        <p:spPr>
          <a:xfrm xmlns:a="http://schemas.openxmlformats.org/drawingml/2006/main" flipH="0" flipV="0">
            <a:off x="4448175" y="2667000"/>
            <a:ext cx="171450" cy="76200"/>
          </a:xfrm>
          <a:prstGeom xmlns:a="http://schemas.openxmlformats.org/drawingml/2006/main" prst="straightConnector1">
            <a:avLst/>
          </a:prstGeom>
          <a:ln xmlns:a="http://schemas.openxmlformats.org/drawingml/2006/main" w="15240">
            <a:solidFill>
              <a:srgbClr val="173042"/>
            </a:solidFill>
            <a:prstDash val="solid"/>
          </a:ln>
        </p:spPr>
      </p:cxnSp>
      <p:sp>
        <p:nvSpPr>
          <p:cNvPr id="22" name="">
            <a:extLst xmlns:a="http://schemas.openxmlformats.org/drawingml/2006/main">
              <a:ext uri="{FF2B5EF4-FFF2-40B4-BE49-F238E27FC236}">
                <a16:creationId xmlns:a16="http://schemas.microsoft.com/office/drawing/2014/main" id="{508B75EB-8F66-4B86-A4D0-FBDEA57F6744}"/>
              </a:ext>
            </a:extLst>
          </p:cNvPr>
          <p:cNvSpPr>
            <a:spLocks xmlns:a="http://schemas.openxmlformats.org/drawingml/2006/main" noGrp="1"/>
          </p:cNvSpPr>
          <p:nvPr/>
        </p:nvSpPr>
        <p:spPr>
          <a:xfrm xmlns:a="http://schemas.openxmlformats.org/drawingml/2006/main">
            <a:off x="4314825" y="2619375"/>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sp>
        <p:nvSpPr>
          <p:cNvPr id="23" name="">
            <a:extLst xmlns:a="http://schemas.openxmlformats.org/drawingml/2006/main">
              <a:ext uri="{FF2B5EF4-FFF2-40B4-BE49-F238E27FC236}">
                <a16:creationId xmlns:a16="http://schemas.microsoft.com/office/drawing/2014/main" id="{9BD9E9A3-45C8-4C86-B97E-E9BF050472AC}"/>
              </a:ext>
            </a:extLst>
          </p:cNvPr>
          <p:cNvSpPr>
            <a:spLocks xmlns:a="http://schemas.openxmlformats.org/drawingml/2006/main" noGrp="1"/>
          </p:cNvSpPr>
          <p:nvPr/>
        </p:nvSpPr>
        <p:spPr>
          <a:xfrm xmlns:a="http://schemas.openxmlformats.org/drawingml/2006/main">
            <a:off x="4000500" y="2314575"/>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07681"/>
                </a:solidFill>
                <a:latin typeface="Arial"/>
                <a:ea typeface="Arial"/>
                <a:cs typeface="Arial"/>
              </a:defRPr>
            </a:defPPr>
            <a:lvl1pPr algn="l">
              <a:buNone/>
              <a:defRPr sz="1350" b="0">
                <a:solidFill>
                  <a:srgbClr val="607681"/>
                </a:solidFill>
                <a:latin typeface="Arial"/>
                <a:ea typeface="Arial"/>
                <a:cs typeface="Arial"/>
              </a:defRPr>
            </a:lvl1pPr>
            <a:lvl2pPr algn="l">
              <a:buNone/>
              <a:defRPr sz="1350" b="0">
                <a:solidFill>
                  <a:srgbClr val="607681"/>
                </a:solidFill>
                <a:latin typeface="Arial"/>
                <a:ea typeface="Arial"/>
                <a:cs typeface="Arial"/>
              </a:defRPr>
            </a:lvl2pPr>
            <a:lvl3pPr algn="l">
              <a:buNone/>
              <a:defRPr sz="1350" b="0">
                <a:solidFill>
                  <a:srgbClr val="607681"/>
                </a:solidFill>
                <a:latin typeface="Arial"/>
                <a:ea typeface="Arial"/>
                <a:cs typeface="Arial"/>
              </a:defRPr>
            </a:lvl3pPr>
            <a:lvl4pPr algn="l">
              <a:buNone/>
              <a:defRPr sz="1350" b="0">
                <a:solidFill>
                  <a:srgbClr val="607681"/>
                </a:solidFill>
                <a:latin typeface="Arial"/>
                <a:ea typeface="Arial"/>
                <a:cs typeface="Arial"/>
              </a:defRPr>
            </a:lvl4pPr>
            <a:lvl5pPr algn="l">
              <a:buNone/>
              <a:defRPr sz="1350" b="0">
                <a:solidFill>
                  <a:srgbClr val="607681"/>
                </a:solidFill>
                <a:latin typeface="Arial"/>
                <a:ea typeface="Arial"/>
                <a:cs typeface="Arial"/>
              </a:defRPr>
            </a:lvl5pPr>
            <a:lvl6pPr algn="l">
              <a:buNone/>
              <a:defRPr sz="1350" b="0">
                <a:solidFill>
                  <a:srgbClr val="607681"/>
                </a:solidFill>
                <a:latin typeface="Arial"/>
                <a:ea typeface="Arial"/>
                <a:cs typeface="Arial"/>
              </a:defRPr>
            </a:lvl6pPr>
            <a:lvl7pPr algn="l">
              <a:buNone/>
              <a:defRPr sz="1350" b="0">
                <a:solidFill>
                  <a:srgbClr val="607681"/>
                </a:solidFill>
                <a:latin typeface="Arial"/>
                <a:ea typeface="Arial"/>
                <a:cs typeface="Arial"/>
              </a:defRPr>
            </a:lvl7pPr>
            <a:lvl8pPr algn="l">
              <a:buNone/>
              <a:defRPr sz="1350" b="0">
                <a:solidFill>
                  <a:srgbClr val="607681"/>
                </a:solidFill>
                <a:latin typeface="Arial"/>
                <a:ea typeface="Arial"/>
                <a:cs typeface="Arial"/>
              </a:defRPr>
            </a:lvl8pPr>
            <a:lvl9pPr algn="l">
              <a:buNone/>
              <a:defRPr sz="1350" b="0">
                <a:solidFill>
                  <a:srgbClr val="607681"/>
                </a:solidFill>
                <a:latin typeface="Arial"/>
                <a:ea typeface="Arial"/>
                <a:cs typeface="Arial"/>
              </a:defRPr>
            </a:lvl9pPr>
          </a:lstStyle>
          <a:p xmlns:a="http://schemas.openxmlformats.org/drawingml/2006/main">
            <a:pPr algn="l">
              <a:buNone/>
              <a:defRPr sz="1350" b="0">
                <a:solidFill>
                  <a:srgbClr val="607681"/>
                </a:solidFill>
                <a:latin typeface="Arial"/>
                <a:ea typeface="Arial"/>
                <a:cs typeface="Arial"/>
              </a:defRPr>
            </a:pPr>
            <a:r>
              <a:rPr sz="1350" b="0">
                <a:solidFill>
                  <a:srgbClr val="607681"/>
                </a:solidFill>
                <a:latin typeface="Arial"/>
                <a:ea typeface="Arial"/>
                <a:cs typeface="Arial"/>
              </a:rPr>
              <a:t>0..*</a:t>
            </a:r>
          </a:p>
        </p:txBody>
      </p:sp>
      <p:cxnSp>
        <p:nvCxnSpPr>
          <p:cNvPr id="24" name="">
            <a:extLst xmlns:a="http://schemas.openxmlformats.org/drawingml/2006/main">
              <a:ext uri="{FF2B5EF4-FFF2-40B4-BE49-F238E27FC236}">
                <a16:creationId xmlns:a16="http://schemas.microsoft.com/office/drawing/2014/main" id="{12BC0617-208A-4B4E-BABA-FEB838B74FB0}"/>
              </a:ext>
            </a:extLst>
          </p:cNvPr>
          <p:cNvCxnSpPr/>
          <p:nvPr/>
        </p:nvCxnSpPr>
        <p:spPr>
          <a:xfrm xmlns:a="http://schemas.openxmlformats.org/drawingml/2006/main" flipH="0" flipV="0">
            <a:off x="8286750" y="3095625"/>
            <a:ext cx="2476500" cy="0"/>
          </a:xfrm>
          <a:prstGeom xmlns:a="http://schemas.openxmlformats.org/drawingml/2006/main" prst="straightConnector1">
            <a:avLst/>
          </a:prstGeom>
          <a:ln xmlns:a="http://schemas.openxmlformats.org/drawingml/2006/main" w="15240">
            <a:solidFill>
              <a:srgbClr val="173042"/>
            </a:solidFill>
            <a:prstDash val="solid"/>
          </a:ln>
        </p:spPr>
      </p:cxnSp>
      <p:cxnSp>
        <p:nvCxnSpPr>
          <p:cNvPr id="25" name="">
            <a:extLst xmlns:a="http://schemas.openxmlformats.org/drawingml/2006/main">
              <a:ext uri="{FF2B5EF4-FFF2-40B4-BE49-F238E27FC236}">
                <a16:creationId xmlns:a16="http://schemas.microsoft.com/office/drawing/2014/main" id="{2A0ECD29-6F82-4C98-8716-304B0F64A135}"/>
              </a:ext>
            </a:extLst>
          </p:cNvPr>
          <p:cNvCxnSpPr/>
          <p:nvPr/>
        </p:nvCxnSpPr>
        <p:spPr>
          <a:xfrm xmlns:a="http://schemas.openxmlformats.org/drawingml/2006/main" flipH="0" flipV="0">
            <a:off x="10763250" y="3095625"/>
            <a:ext cx="0" cy="1381125"/>
          </a:xfrm>
          <a:prstGeom xmlns:a="http://schemas.openxmlformats.org/drawingml/2006/main" prst="straightConnector1">
            <a:avLst/>
          </a:prstGeom>
          <a:ln xmlns:a="http://schemas.openxmlformats.org/drawingml/2006/main" w="15240">
            <a:solidFill>
              <a:srgbClr val="173042"/>
            </a:solidFill>
            <a:prstDash val="solid"/>
          </a:ln>
        </p:spPr>
      </p:cxnSp>
      <p:cxnSp>
        <p:nvCxnSpPr>
          <p:cNvPr id="26" name="">
            <a:extLst xmlns:a="http://schemas.openxmlformats.org/drawingml/2006/main">
              <a:ext uri="{FF2B5EF4-FFF2-40B4-BE49-F238E27FC236}">
                <a16:creationId xmlns:a16="http://schemas.microsoft.com/office/drawing/2014/main" id="{FBB85664-1883-45AA-B4FC-9F027FF268F7}"/>
              </a:ext>
            </a:extLst>
          </p:cNvPr>
          <p:cNvCxnSpPr/>
          <p:nvPr/>
        </p:nvCxnSpPr>
        <p:spPr>
          <a:xfrm xmlns:a="http://schemas.openxmlformats.org/drawingml/2006/main" flipH="0" flipV="0">
            <a:off x="8382000" y="3028950"/>
            <a:ext cx="0" cy="133350"/>
          </a:xfrm>
          <a:prstGeom xmlns:a="http://schemas.openxmlformats.org/drawingml/2006/main" prst="straightConnector1">
            <a:avLst/>
          </a:prstGeom>
          <a:ln xmlns:a="http://schemas.openxmlformats.org/drawingml/2006/main" w="15240">
            <a:solidFill>
              <a:srgbClr val="173042"/>
            </a:solidFill>
            <a:prstDash val="solid"/>
          </a:ln>
        </p:spPr>
      </p:cxnSp>
      <p:cxnSp>
        <p:nvCxnSpPr>
          <p:cNvPr id="27" name="">
            <a:extLst xmlns:a="http://schemas.openxmlformats.org/drawingml/2006/main">
              <a:ext uri="{FF2B5EF4-FFF2-40B4-BE49-F238E27FC236}">
                <a16:creationId xmlns:a16="http://schemas.microsoft.com/office/drawing/2014/main" id="{3905EF4E-6385-4F4D-BC87-14100ED9F3EA}"/>
              </a:ext>
            </a:extLst>
          </p:cNvPr>
          <p:cNvCxnSpPr/>
          <p:nvPr/>
        </p:nvCxnSpPr>
        <p:spPr>
          <a:xfrm xmlns:a="http://schemas.openxmlformats.org/drawingml/2006/main" flipH="0" flipV="0">
            <a:off x="8448675" y="3028950"/>
            <a:ext cx="0" cy="133350"/>
          </a:xfrm>
          <a:prstGeom xmlns:a="http://schemas.openxmlformats.org/drawingml/2006/main" prst="straightConnector1">
            <a:avLst/>
          </a:prstGeom>
          <a:ln xmlns:a="http://schemas.openxmlformats.org/drawingml/2006/main" w="15240">
            <a:solidFill>
              <a:srgbClr val="173042"/>
            </a:solidFill>
            <a:prstDash val="solid"/>
          </a:ln>
        </p:spPr>
      </p:cxnSp>
      <p:sp>
        <p:nvSpPr>
          <p:cNvPr id="28" name="">
            <a:extLst xmlns:a="http://schemas.openxmlformats.org/drawingml/2006/main">
              <a:ext uri="{FF2B5EF4-FFF2-40B4-BE49-F238E27FC236}">
                <a16:creationId xmlns:a16="http://schemas.microsoft.com/office/drawing/2014/main" id="{14DE858D-45C2-412E-96D2-426AD3A26D64}"/>
              </a:ext>
            </a:extLst>
          </p:cNvPr>
          <p:cNvSpPr>
            <a:spLocks xmlns:a="http://schemas.openxmlformats.org/drawingml/2006/main" noGrp="1"/>
          </p:cNvSpPr>
          <p:nvPr/>
        </p:nvSpPr>
        <p:spPr>
          <a:xfrm xmlns:a="http://schemas.openxmlformats.org/drawingml/2006/main">
            <a:off x="10715625" y="4191000"/>
            <a:ext cx="95250"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173042"/>
            </a:solidFill>
          </a:ln>
        </p:spPr>
      </p:sp>
      <p:cxnSp>
        <p:nvCxnSpPr>
          <p:cNvPr id="29" name="">
            <a:extLst xmlns:a="http://schemas.openxmlformats.org/drawingml/2006/main">
              <a:ext uri="{FF2B5EF4-FFF2-40B4-BE49-F238E27FC236}">
                <a16:creationId xmlns:a16="http://schemas.microsoft.com/office/drawing/2014/main" id="{66AD19D3-1517-45EA-AC4C-B95FB4DB7CC4}"/>
              </a:ext>
            </a:extLst>
          </p:cNvPr>
          <p:cNvCxnSpPr/>
          <p:nvPr/>
        </p:nvCxnSpPr>
        <p:spPr>
          <a:xfrm xmlns:a="http://schemas.openxmlformats.org/drawingml/2006/main" flipH="0" flipV="0">
            <a:off x="10696575" y="4371975"/>
            <a:ext cx="133350" cy="0"/>
          </a:xfrm>
          <a:prstGeom xmlns:a="http://schemas.openxmlformats.org/drawingml/2006/main" prst="straightConnector1">
            <a:avLst/>
          </a:prstGeom>
          <a:ln xmlns:a="http://schemas.openxmlformats.org/drawingml/2006/main" w="15240">
            <a:solidFill>
              <a:srgbClr val="173042"/>
            </a:solidFill>
            <a:prstDash val="solid"/>
          </a:ln>
        </p:spPr>
      </p:cxnSp>
      <p:sp>
        <p:nvSpPr>
          <p:cNvPr id="30" name="">
            <a:extLst xmlns:a="http://schemas.openxmlformats.org/drawingml/2006/main">
              <a:ext uri="{FF2B5EF4-FFF2-40B4-BE49-F238E27FC236}">
                <a16:creationId xmlns:a16="http://schemas.microsoft.com/office/drawing/2014/main" id="{70883475-5327-4657-9BE5-A65FAE404ADB}"/>
              </a:ext>
            </a:extLst>
          </p:cNvPr>
          <p:cNvSpPr>
            <a:spLocks xmlns:a="http://schemas.openxmlformats.org/drawingml/2006/main" noGrp="1"/>
          </p:cNvSpPr>
          <p:nvPr/>
        </p:nvSpPr>
        <p:spPr>
          <a:xfrm xmlns:a="http://schemas.openxmlformats.org/drawingml/2006/main">
            <a:off x="8524875" y="3476625"/>
            <a:ext cx="280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187B75"/>
                </a:solidFill>
                <a:latin typeface="Arial"/>
                <a:ea typeface="Arial"/>
                <a:cs typeface="Arial"/>
              </a:defRPr>
            </a:defPPr>
            <a:lvl1pPr algn="l">
              <a:buNone/>
              <a:defRPr sz="1650" b="0">
                <a:solidFill>
                  <a:srgbClr val="187B75"/>
                </a:solidFill>
                <a:latin typeface="Arial"/>
                <a:ea typeface="Arial"/>
                <a:cs typeface="Arial"/>
              </a:defRPr>
            </a:lvl1pPr>
            <a:lvl2pPr algn="l">
              <a:buNone/>
              <a:defRPr sz="1650" b="0">
                <a:solidFill>
                  <a:srgbClr val="187B75"/>
                </a:solidFill>
                <a:latin typeface="Arial"/>
                <a:ea typeface="Arial"/>
                <a:cs typeface="Arial"/>
              </a:defRPr>
            </a:lvl2pPr>
            <a:lvl3pPr algn="l">
              <a:buNone/>
              <a:defRPr sz="1650" b="0">
                <a:solidFill>
                  <a:srgbClr val="187B75"/>
                </a:solidFill>
                <a:latin typeface="Arial"/>
                <a:ea typeface="Arial"/>
                <a:cs typeface="Arial"/>
              </a:defRPr>
            </a:lvl3pPr>
            <a:lvl4pPr algn="l">
              <a:buNone/>
              <a:defRPr sz="1650" b="0">
                <a:solidFill>
                  <a:srgbClr val="187B75"/>
                </a:solidFill>
                <a:latin typeface="Arial"/>
                <a:ea typeface="Arial"/>
                <a:cs typeface="Arial"/>
              </a:defRPr>
            </a:lvl4pPr>
            <a:lvl5pPr algn="l">
              <a:buNone/>
              <a:defRPr sz="1650" b="0">
                <a:solidFill>
                  <a:srgbClr val="187B75"/>
                </a:solidFill>
                <a:latin typeface="Arial"/>
                <a:ea typeface="Arial"/>
                <a:cs typeface="Arial"/>
              </a:defRPr>
            </a:lvl5pPr>
            <a:lvl6pPr algn="l">
              <a:buNone/>
              <a:defRPr sz="1650" b="0">
                <a:solidFill>
                  <a:srgbClr val="187B75"/>
                </a:solidFill>
                <a:latin typeface="Arial"/>
                <a:ea typeface="Arial"/>
                <a:cs typeface="Arial"/>
              </a:defRPr>
            </a:lvl6pPr>
            <a:lvl7pPr algn="l">
              <a:buNone/>
              <a:defRPr sz="1650" b="0">
                <a:solidFill>
                  <a:srgbClr val="187B75"/>
                </a:solidFill>
                <a:latin typeface="Arial"/>
                <a:ea typeface="Arial"/>
                <a:cs typeface="Arial"/>
              </a:defRPr>
            </a:lvl7pPr>
            <a:lvl8pPr algn="l">
              <a:buNone/>
              <a:defRPr sz="1650" b="0">
                <a:solidFill>
                  <a:srgbClr val="187B75"/>
                </a:solidFill>
                <a:latin typeface="Arial"/>
                <a:ea typeface="Arial"/>
                <a:cs typeface="Arial"/>
              </a:defRPr>
            </a:lvl8pPr>
            <a:lvl9pPr algn="l">
              <a:buNone/>
              <a:defRPr sz="1650" b="0">
                <a:solidFill>
                  <a:srgbClr val="187B75"/>
                </a:solidFill>
                <a:latin typeface="Arial"/>
                <a:ea typeface="Arial"/>
                <a:cs typeface="Arial"/>
              </a:defRPr>
            </a:lvl9pPr>
          </a:lstStyle>
          <a:p xmlns:a="http://schemas.openxmlformats.org/drawingml/2006/main">
            <a:pPr algn="l">
              <a:buNone/>
              <a:defRPr sz="1650" b="0">
                <a:solidFill>
                  <a:srgbClr val="187B75"/>
                </a:solidFill>
                <a:latin typeface="Arial"/>
                <a:ea typeface="Arial"/>
                <a:cs typeface="Arial"/>
              </a:defRPr>
            </a:pPr>
            <a:r>
              <a:rPr sz="1650" b="0">
                <a:solidFill>
                  <a:srgbClr val="187B75"/>
                </a:solidFill>
                <a:latin typeface="Arial"/>
                <a:ea typeface="Arial"/>
                <a:cs typeface="Arial"/>
              </a:rPr>
              <a:t>0..1 audit per ticket</a:t>
            </a:r>
          </a:p>
        </p:txBody>
      </p:sp>
      <p:sp>
        <p:nvSpPr>
          <p:cNvPr id="31" name="">
            <a:extLst xmlns:a="http://schemas.openxmlformats.org/drawingml/2006/main">
              <a:ext uri="{FF2B5EF4-FFF2-40B4-BE49-F238E27FC236}">
                <a16:creationId xmlns:a16="http://schemas.microsoft.com/office/drawing/2014/main" id="{3A0BF4DA-6950-483D-A85A-F98878A4393F}"/>
              </a:ext>
            </a:extLst>
          </p:cNvPr>
          <p:cNvSpPr>
            <a:spLocks xmlns:a="http://schemas.openxmlformats.org/drawingml/2006/main" noGrp="1"/>
          </p:cNvSpPr>
          <p:nvPr/>
        </p:nvSpPr>
        <p:spPr>
          <a:xfrm xmlns:a="http://schemas.openxmlformats.org/drawingml/2006/main">
            <a:off x="609600" y="4667250"/>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73042"/>
                </a:solidFill>
                <a:latin typeface="Arial"/>
                <a:ea typeface="Arial"/>
                <a:cs typeface="Arial"/>
              </a:defRPr>
            </a:defPPr>
            <a:lvl1pPr algn="l">
              <a:buNone/>
              <a:defRPr sz="1875" b="0">
                <a:solidFill>
                  <a:srgbClr val="173042"/>
                </a:solidFill>
                <a:latin typeface="Arial"/>
                <a:ea typeface="Arial"/>
                <a:cs typeface="Arial"/>
              </a:defRPr>
            </a:lvl1pPr>
            <a:lvl2pPr algn="l">
              <a:buNone/>
              <a:defRPr sz="1875" b="0">
                <a:solidFill>
                  <a:srgbClr val="173042"/>
                </a:solidFill>
                <a:latin typeface="Arial"/>
                <a:ea typeface="Arial"/>
                <a:cs typeface="Arial"/>
              </a:defRPr>
            </a:lvl2pPr>
            <a:lvl3pPr algn="l">
              <a:buNone/>
              <a:defRPr sz="1875" b="0">
                <a:solidFill>
                  <a:srgbClr val="173042"/>
                </a:solidFill>
                <a:latin typeface="Arial"/>
                <a:ea typeface="Arial"/>
                <a:cs typeface="Arial"/>
              </a:defRPr>
            </a:lvl3pPr>
            <a:lvl4pPr algn="l">
              <a:buNone/>
              <a:defRPr sz="1875" b="0">
                <a:solidFill>
                  <a:srgbClr val="173042"/>
                </a:solidFill>
                <a:latin typeface="Arial"/>
                <a:ea typeface="Arial"/>
                <a:cs typeface="Arial"/>
              </a:defRPr>
            </a:lvl4pPr>
            <a:lvl5pPr algn="l">
              <a:buNone/>
              <a:defRPr sz="1875" b="0">
                <a:solidFill>
                  <a:srgbClr val="173042"/>
                </a:solidFill>
                <a:latin typeface="Arial"/>
                <a:ea typeface="Arial"/>
                <a:cs typeface="Arial"/>
              </a:defRPr>
            </a:lvl5pPr>
            <a:lvl6pPr algn="l">
              <a:buNone/>
              <a:defRPr sz="1875" b="0">
                <a:solidFill>
                  <a:srgbClr val="173042"/>
                </a:solidFill>
                <a:latin typeface="Arial"/>
                <a:ea typeface="Arial"/>
                <a:cs typeface="Arial"/>
              </a:defRPr>
            </a:lvl6pPr>
            <a:lvl7pPr algn="l">
              <a:buNone/>
              <a:defRPr sz="1875" b="0">
                <a:solidFill>
                  <a:srgbClr val="173042"/>
                </a:solidFill>
                <a:latin typeface="Arial"/>
                <a:ea typeface="Arial"/>
                <a:cs typeface="Arial"/>
              </a:defRPr>
            </a:lvl7pPr>
            <a:lvl8pPr algn="l">
              <a:buNone/>
              <a:defRPr sz="1875" b="0">
                <a:solidFill>
                  <a:srgbClr val="173042"/>
                </a:solidFill>
                <a:latin typeface="Arial"/>
                <a:ea typeface="Arial"/>
                <a:cs typeface="Arial"/>
              </a:defRPr>
            </a:lvl8pPr>
            <a:lvl9pPr algn="l">
              <a:buNone/>
              <a:defRPr sz="1875" b="0">
                <a:solidFill>
                  <a:srgbClr val="173042"/>
                </a:solidFill>
                <a:latin typeface="Arial"/>
                <a:ea typeface="Arial"/>
                <a:cs typeface="Arial"/>
              </a:defRPr>
            </a:lvl9pPr>
          </a:lstStyle>
          <a:p xmlns:a="http://schemas.openxmlformats.org/drawingml/2006/main">
            <a:pPr algn="l">
              <a:buNone/>
              <a:defRPr sz="1875" b="0">
                <a:solidFill>
                  <a:srgbClr val="173042"/>
                </a:solidFill>
                <a:latin typeface="Arial"/>
                <a:ea typeface="Arial"/>
                <a:cs typeface="Arial"/>
              </a:defRPr>
            </a:pPr>
            <a:r>
              <a:rPr sz="1875" b="0">
                <a:solidFill>
                  <a:srgbClr val="173042"/>
                </a:solidFill>
                <a:latin typeface="Arial"/>
                <a:ea typeface="Arial"/>
                <a:cs typeface="Arial"/>
              </a:rPr>
              <a:t>Composite FK keeps ticket and booking in the same event.</a:t>
            </a:r>
          </a:p>
          <a:p xmlns:a="http://schemas.openxmlformats.org/drawingml/2006/main">
            <a:pPr algn="l">
              <a:buNone/>
              <a:defRPr sz="1875" b="0">
                <a:solidFill>
                  <a:srgbClr val="173042"/>
                </a:solidFill>
                <a:latin typeface="Arial"/>
                <a:ea typeface="Arial"/>
                <a:cs typeface="Arial"/>
              </a:defRPr>
            </a:pPr>
            <a:r>
              <a:rPr sz="1875" b="0">
                <a:solidFill>
                  <a:srgbClr val="173042"/>
                </a:solidFill>
                <a:latin typeface="Arial"/>
                <a:ea typeface="Arial"/>
                <a:cs typeface="Arial"/>
              </a:rPr>
              <a:t>Audit also references events, bookings and the operator in users.</a:t>
            </a:r>
          </a:p>
        </p:txBody>
      </p:sp>
      <p:sp>
        <p:nvSpPr>
          <p:cNvPr id="32" name="">
            <a:extLst xmlns:a="http://schemas.openxmlformats.org/drawingml/2006/main">
              <a:ext uri="{FF2B5EF4-FFF2-40B4-BE49-F238E27FC236}">
                <a16:creationId xmlns:a16="http://schemas.microsoft.com/office/drawing/2014/main" id="{E908269D-82CB-46DC-BD71-D0D7688C16CC}"/>
              </a:ext>
            </a:extLst>
          </p:cNvPr>
          <p:cNvSpPr>
            <a:spLocks xmlns:a="http://schemas.openxmlformats.org/drawingml/2006/main" noGrp="1"/>
          </p:cNvSpPr>
          <p:nvPr/>
        </p:nvSpPr>
        <p:spPr>
          <a:xfrm xmlns:a="http://schemas.openxmlformats.org/drawingml/2006/main">
            <a:off x="609600" y="5648325"/>
            <a:ext cx="714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187B75"/>
                </a:solidFill>
                <a:latin typeface="Arial"/>
                <a:ea typeface="Arial"/>
                <a:cs typeface="Arial"/>
              </a:defRPr>
            </a:defPPr>
            <a:lvl1pPr algn="l">
              <a:buNone/>
              <a:defRPr sz="1800" b="0">
                <a:solidFill>
                  <a:srgbClr val="187B75"/>
                </a:solidFill>
                <a:latin typeface="Arial"/>
                <a:ea typeface="Arial"/>
                <a:cs typeface="Arial"/>
              </a:defRPr>
            </a:lvl1pPr>
            <a:lvl2pPr algn="l">
              <a:buNone/>
              <a:defRPr sz="1800" b="0">
                <a:solidFill>
                  <a:srgbClr val="187B75"/>
                </a:solidFill>
                <a:latin typeface="Arial"/>
                <a:ea typeface="Arial"/>
                <a:cs typeface="Arial"/>
              </a:defRPr>
            </a:lvl2pPr>
            <a:lvl3pPr algn="l">
              <a:buNone/>
              <a:defRPr sz="1800" b="0">
                <a:solidFill>
                  <a:srgbClr val="187B75"/>
                </a:solidFill>
                <a:latin typeface="Arial"/>
                <a:ea typeface="Arial"/>
                <a:cs typeface="Arial"/>
              </a:defRPr>
            </a:lvl3pPr>
            <a:lvl4pPr algn="l">
              <a:buNone/>
              <a:defRPr sz="1800" b="0">
                <a:solidFill>
                  <a:srgbClr val="187B75"/>
                </a:solidFill>
                <a:latin typeface="Arial"/>
                <a:ea typeface="Arial"/>
                <a:cs typeface="Arial"/>
              </a:defRPr>
            </a:lvl4pPr>
            <a:lvl5pPr algn="l">
              <a:buNone/>
              <a:defRPr sz="1800" b="0">
                <a:solidFill>
                  <a:srgbClr val="187B75"/>
                </a:solidFill>
                <a:latin typeface="Arial"/>
                <a:ea typeface="Arial"/>
                <a:cs typeface="Arial"/>
              </a:defRPr>
            </a:lvl5pPr>
            <a:lvl6pPr algn="l">
              <a:buNone/>
              <a:defRPr sz="1800" b="0">
                <a:solidFill>
                  <a:srgbClr val="187B75"/>
                </a:solidFill>
                <a:latin typeface="Arial"/>
                <a:ea typeface="Arial"/>
                <a:cs typeface="Arial"/>
              </a:defRPr>
            </a:lvl6pPr>
            <a:lvl7pPr algn="l">
              <a:buNone/>
              <a:defRPr sz="1800" b="0">
                <a:solidFill>
                  <a:srgbClr val="187B75"/>
                </a:solidFill>
                <a:latin typeface="Arial"/>
                <a:ea typeface="Arial"/>
                <a:cs typeface="Arial"/>
              </a:defRPr>
            </a:lvl7pPr>
            <a:lvl8pPr algn="l">
              <a:buNone/>
              <a:defRPr sz="1800" b="0">
                <a:solidFill>
                  <a:srgbClr val="187B75"/>
                </a:solidFill>
                <a:latin typeface="Arial"/>
                <a:ea typeface="Arial"/>
                <a:cs typeface="Arial"/>
              </a:defRPr>
            </a:lvl8pPr>
            <a:lvl9pPr algn="l">
              <a:buNone/>
              <a:defRPr sz="1800" b="0">
                <a:solidFill>
                  <a:srgbClr val="187B75"/>
                </a:solidFill>
                <a:latin typeface="Arial"/>
                <a:ea typeface="Arial"/>
                <a:cs typeface="Arial"/>
              </a:defRPr>
            </a:lvl9pPr>
          </a:lstStyle>
          <a:p xmlns:a="http://schemas.openxmlformats.org/drawingml/2006/main">
            <a:pPr algn="l">
              <a:buNone/>
              <a:defRPr sz="1800" b="0">
                <a:solidFill>
                  <a:srgbClr val="187B75"/>
                </a:solidFill>
                <a:latin typeface="Arial"/>
                <a:ea typeface="Arial"/>
                <a:cs typeface="Arial"/>
              </a:defRPr>
            </a:pPr>
            <a:r>
              <a:rPr sz="1800" b="0">
                <a:solidFill>
                  <a:srgbClr val="187B75"/>
                </a:solidFill>
                <a:latin typeface="Arial"/>
                <a:ea typeface="Arial"/>
                <a:cs typeface="Arial"/>
              </a:rPr>
              <a:t>Cancellation voids tickets and preserves historical check-in evidence.</a:t>
            </a:r>
          </a:p>
        </p:txBody>
      </p:sp>
      <p:cxnSp>
        <p:nvCxnSpPr>
          <p:cNvPr id="34" name="Footer rule">
            <a:extLst xmlns:a="http://schemas.openxmlformats.org/drawingml/2006/main">
              <a:ext uri="{FF2B5EF4-FFF2-40B4-BE49-F238E27FC236}">
                <a16:creationId xmlns:a16="http://schemas.microsoft.com/office/drawing/2014/main" id="{12F39750-851E-4FB7-AA17-90540A66969A}"/>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2915663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E070A19-B8AB-44E6-B8FF-A9B1BE6F3B71}"/>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TESTING</a:t>
            </a:r>
          </a:p>
        </p:txBody>
      </p:sp>
      <p:sp>
        <p:nvSpPr>
          <p:cNvPr id="2" name="">
            <a:extLst xmlns:a="http://schemas.openxmlformats.org/drawingml/2006/main">
              <a:ext uri="{FF2B5EF4-FFF2-40B4-BE49-F238E27FC236}">
                <a16:creationId xmlns:a16="http://schemas.microsoft.com/office/drawing/2014/main" id="{773886D0-60E3-40DB-82C7-CF1428DC7EAF}"/>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Testing and failure protection</a:t>
            </a:r>
          </a:p>
        </p:txBody>
      </p:sp>
      <p:sp>
        <p:nvSpPr>
          <p:cNvPr id="3" name="">
            <a:extLst xmlns:a="http://schemas.openxmlformats.org/drawingml/2006/main">
              <a:ext uri="{FF2B5EF4-FFF2-40B4-BE49-F238E27FC236}">
                <a16:creationId xmlns:a16="http://schemas.microsoft.com/office/drawing/2014/main" id="{3B1247F5-EF83-4700-9FA0-D44AF6481329}"/>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BA7304E6-56CF-48C7-AE73-3577A3162901}"/>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7C8DE26F-EAF2-4720-B51C-8AB72AEDB3C0}"/>
              </a:ext>
            </a:extLst>
          </p:cNvPr>
          <p:cNvSpPr>
            <a:spLocks xmlns:a="http://schemas.openxmlformats.org/drawingml/2006/main" noGrp="1"/>
          </p:cNvSpPr>
          <p:nvPr/>
        </p:nvSpPr>
        <p:spPr>
          <a:xfrm xmlns:a="http://schemas.openxmlformats.org/drawingml/2006/main">
            <a:off x="609600" y="18097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750" b="1">
                <a:solidFill>
                  <a:srgbClr val="187B75"/>
                </a:solidFill>
                <a:latin typeface="Arial"/>
                <a:ea typeface="Arial"/>
                <a:cs typeface="Arial"/>
              </a:defRPr>
            </a:defPPr>
            <a:lvl1pPr>
              <a:buNone/>
              <a:defRPr sz="6750" b="1">
                <a:solidFill>
                  <a:srgbClr val="187B75"/>
                </a:solidFill>
                <a:latin typeface="Arial"/>
                <a:ea typeface="Arial"/>
                <a:cs typeface="Arial"/>
              </a:defRPr>
            </a:lvl1pPr>
            <a:lvl2pPr>
              <a:buNone/>
              <a:defRPr sz="6750" b="1">
                <a:solidFill>
                  <a:srgbClr val="187B75"/>
                </a:solidFill>
                <a:latin typeface="Arial"/>
                <a:ea typeface="Arial"/>
                <a:cs typeface="Arial"/>
              </a:defRPr>
            </a:lvl2pPr>
            <a:lvl3pPr>
              <a:buNone/>
              <a:defRPr sz="6750" b="1">
                <a:solidFill>
                  <a:srgbClr val="187B75"/>
                </a:solidFill>
                <a:latin typeface="Arial"/>
                <a:ea typeface="Arial"/>
                <a:cs typeface="Arial"/>
              </a:defRPr>
            </a:lvl3pPr>
            <a:lvl4pPr>
              <a:buNone/>
              <a:defRPr sz="6750" b="1">
                <a:solidFill>
                  <a:srgbClr val="187B75"/>
                </a:solidFill>
                <a:latin typeface="Arial"/>
                <a:ea typeface="Arial"/>
                <a:cs typeface="Arial"/>
              </a:defRPr>
            </a:lvl4pPr>
            <a:lvl5pPr>
              <a:buNone/>
              <a:defRPr sz="6750" b="1">
                <a:solidFill>
                  <a:srgbClr val="187B75"/>
                </a:solidFill>
                <a:latin typeface="Arial"/>
                <a:ea typeface="Arial"/>
                <a:cs typeface="Arial"/>
              </a:defRPr>
            </a:lvl5pPr>
            <a:lvl6pPr>
              <a:buNone/>
              <a:defRPr sz="6750" b="1">
                <a:solidFill>
                  <a:srgbClr val="187B75"/>
                </a:solidFill>
                <a:latin typeface="Arial"/>
                <a:ea typeface="Arial"/>
                <a:cs typeface="Arial"/>
              </a:defRPr>
            </a:lvl6pPr>
            <a:lvl7pPr>
              <a:buNone/>
              <a:defRPr sz="6750" b="1">
                <a:solidFill>
                  <a:srgbClr val="187B75"/>
                </a:solidFill>
                <a:latin typeface="Arial"/>
                <a:ea typeface="Arial"/>
                <a:cs typeface="Arial"/>
              </a:defRPr>
            </a:lvl7pPr>
            <a:lvl8pPr>
              <a:buNone/>
              <a:defRPr sz="6750" b="1">
                <a:solidFill>
                  <a:srgbClr val="187B75"/>
                </a:solidFill>
                <a:latin typeface="Arial"/>
                <a:ea typeface="Arial"/>
                <a:cs typeface="Arial"/>
              </a:defRPr>
            </a:lvl8pPr>
            <a:lvl9pPr>
              <a:buNone/>
              <a:defRPr sz="6750" b="1">
                <a:solidFill>
                  <a:srgbClr val="187B75"/>
                </a:solidFill>
                <a:latin typeface="Arial"/>
                <a:ea typeface="Arial"/>
                <a:cs typeface="Arial"/>
              </a:defRPr>
            </a:lvl9pPr>
          </a:lstStyle>
          <a:p xmlns:a="http://schemas.openxmlformats.org/drawingml/2006/main">
            <a:pPr>
              <a:buNone/>
              <a:defRPr sz="6750" b="1">
                <a:solidFill>
                  <a:srgbClr val="187B75"/>
                </a:solidFill>
                <a:latin typeface="Arial"/>
                <a:ea typeface="Arial"/>
                <a:cs typeface="Arial"/>
              </a:defRPr>
            </a:pPr>
            <a:r>
              <a:rPr sz="6750" b="1">
                <a:solidFill>
                  <a:srgbClr val="187B75"/>
                </a:solidFill>
                <a:latin typeface="Arial"/>
                <a:ea typeface="Arial"/>
                <a:cs typeface="Arial"/>
              </a:rPr>
              <a:t>215</a:t>
            </a:r>
          </a:p>
        </p:txBody>
      </p:sp>
      <p:sp>
        <p:nvSpPr>
          <p:cNvPr id="6" name="">
            <a:extLst xmlns:a="http://schemas.openxmlformats.org/drawingml/2006/main">
              <a:ext uri="{FF2B5EF4-FFF2-40B4-BE49-F238E27FC236}">
                <a16:creationId xmlns:a16="http://schemas.microsoft.com/office/drawing/2014/main" id="{5383B740-EDAB-489E-B5CA-EA8F609604B4}"/>
              </a:ext>
            </a:extLst>
          </p:cNvPr>
          <p:cNvSpPr>
            <a:spLocks xmlns:a="http://schemas.openxmlformats.org/drawingml/2006/main" noGrp="1"/>
          </p:cNvSpPr>
          <p:nvPr/>
        </p:nvSpPr>
        <p:spPr>
          <a:xfrm xmlns:a="http://schemas.openxmlformats.org/drawingml/2006/main">
            <a:off x="609600" y="30003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042"/>
                </a:solidFill>
                <a:latin typeface="Arial"/>
                <a:ea typeface="Arial"/>
                <a:cs typeface="Arial"/>
              </a:defRPr>
            </a:defPPr>
            <a:lvl1pPr>
              <a:buNone/>
              <a:defRPr sz="2175" b="0">
                <a:solidFill>
                  <a:srgbClr val="173042"/>
                </a:solidFill>
                <a:latin typeface="Arial"/>
                <a:ea typeface="Arial"/>
                <a:cs typeface="Arial"/>
              </a:defRPr>
            </a:lvl1pPr>
            <a:lvl2pPr>
              <a:buNone/>
              <a:defRPr sz="2175" b="0">
                <a:solidFill>
                  <a:srgbClr val="173042"/>
                </a:solidFill>
                <a:latin typeface="Arial"/>
                <a:ea typeface="Arial"/>
                <a:cs typeface="Arial"/>
              </a:defRPr>
            </a:lvl2pPr>
            <a:lvl3pPr>
              <a:buNone/>
              <a:defRPr sz="2175" b="0">
                <a:solidFill>
                  <a:srgbClr val="173042"/>
                </a:solidFill>
                <a:latin typeface="Arial"/>
                <a:ea typeface="Arial"/>
                <a:cs typeface="Arial"/>
              </a:defRPr>
            </a:lvl3pPr>
            <a:lvl4pPr>
              <a:buNone/>
              <a:defRPr sz="2175" b="0">
                <a:solidFill>
                  <a:srgbClr val="173042"/>
                </a:solidFill>
                <a:latin typeface="Arial"/>
                <a:ea typeface="Arial"/>
                <a:cs typeface="Arial"/>
              </a:defRPr>
            </a:lvl4pPr>
            <a:lvl5pPr>
              <a:buNone/>
              <a:defRPr sz="2175" b="0">
                <a:solidFill>
                  <a:srgbClr val="173042"/>
                </a:solidFill>
                <a:latin typeface="Arial"/>
                <a:ea typeface="Arial"/>
                <a:cs typeface="Arial"/>
              </a:defRPr>
            </a:lvl5pPr>
            <a:lvl6pPr>
              <a:buNone/>
              <a:defRPr sz="2175" b="0">
                <a:solidFill>
                  <a:srgbClr val="173042"/>
                </a:solidFill>
                <a:latin typeface="Arial"/>
                <a:ea typeface="Arial"/>
                <a:cs typeface="Arial"/>
              </a:defRPr>
            </a:lvl6pPr>
            <a:lvl7pPr>
              <a:buNone/>
              <a:defRPr sz="2175" b="0">
                <a:solidFill>
                  <a:srgbClr val="173042"/>
                </a:solidFill>
                <a:latin typeface="Arial"/>
                <a:ea typeface="Arial"/>
                <a:cs typeface="Arial"/>
              </a:defRPr>
            </a:lvl7pPr>
            <a:lvl8pPr>
              <a:buNone/>
              <a:defRPr sz="2175" b="0">
                <a:solidFill>
                  <a:srgbClr val="173042"/>
                </a:solidFill>
                <a:latin typeface="Arial"/>
                <a:ea typeface="Arial"/>
                <a:cs typeface="Arial"/>
              </a:defRPr>
            </a:lvl8pPr>
            <a:lvl9pPr>
              <a:buNone/>
              <a:defRPr sz="2175" b="0">
                <a:solidFill>
                  <a:srgbClr val="173042"/>
                </a:solidFill>
                <a:latin typeface="Arial"/>
                <a:ea typeface="Arial"/>
                <a:cs typeface="Arial"/>
              </a:defRPr>
            </a:lvl9pPr>
          </a:lstStyle>
          <a:p xmlns:a="http://schemas.openxmlformats.org/drawingml/2006/main">
            <a:pPr>
              <a:buNone/>
              <a:defRPr sz="2175" b="0">
                <a:solidFill>
                  <a:srgbClr val="173042"/>
                </a:solidFill>
                <a:latin typeface="Arial"/>
                <a:ea typeface="Arial"/>
                <a:cs typeface="Arial"/>
              </a:defRPr>
            </a:pPr>
            <a:r>
              <a:rPr sz="2175" b="0">
                <a:solidFill>
                  <a:srgbClr val="173042"/>
                </a:solidFill>
                <a:latin typeface="Arial"/>
                <a:ea typeface="Arial"/>
                <a:cs typeface="Arial"/>
              </a:rPr>
              <a:t>backend tests passed</a:t>
            </a:r>
          </a:p>
        </p:txBody>
      </p:sp>
      <p:sp>
        <p:nvSpPr>
          <p:cNvPr id="7" name="">
            <a:extLst xmlns:a="http://schemas.openxmlformats.org/drawingml/2006/main">
              <a:ext uri="{FF2B5EF4-FFF2-40B4-BE49-F238E27FC236}">
                <a16:creationId xmlns:a16="http://schemas.microsoft.com/office/drawing/2014/main" id="{153A9DE7-0FA9-40A8-BE2D-5CD498E821FC}"/>
              </a:ext>
            </a:extLst>
          </p:cNvPr>
          <p:cNvSpPr>
            <a:spLocks xmlns:a="http://schemas.openxmlformats.org/drawingml/2006/main" noGrp="1"/>
          </p:cNvSpPr>
          <p:nvPr/>
        </p:nvSpPr>
        <p:spPr>
          <a:xfrm xmlns:a="http://schemas.openxmlformats.org/drawingml/2006/main">
            <a:off x="6238875" y="180975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750" b="1">
                <a:solidFill>
                  <a:srgbClr val="187B75"/>
                </a:solidFill>
                <a:latin typeface="Arial"/>
                <a:ea typeface="Arial"/>
                <a:cs typeface="Arial"/>
              </a:defRPr>
            </a:defPPr>
            <a:lvl1pPr>
              <a:buNone/>
              <a:defRPr sz="6750" b="1">
                <a:solidFill>
                  <a:srgbClr val="187B75"/>
                </a:solidFill>
                <a:latin typeface="Arial"/>
                <a:ea typeface="Arial"/>
                <a:cs typeface="Arial"/>
              </a:defRPr>
            </a:lvl1pPr>
            <a:lvl2pPr>
              <a:buNone/>
              <a:defRPr sz="6750" b="1">
                <a:solidFill>
                  <a:srgbClr val="187B75"/>
                </a:solidFill>
                <a:latin typeface="Arial"/>
                <a:ea typeface="Arial"/>
                <a:cs typeface="Arial"/>
              </a:defRPr>
            </a:lvl2pPr>
            <a:lvl3pPr>
              <a:buNone/>
              <a:defRPr sz="6750" b="1">
                <a:solidFill>
                  <a:srgbClr val="187B75"/>
                </a:solidFill>
                <a:latin typeface="Arial"/>
                <a:ea typeface="Arial"/>
                <a:cs typeface="Arial"/>
              </a:defRPr>
            </a:lvl3pPr>
            <a:lvl4pPr>
              <a:buNone/>
              <a:defRPr sz="6750" b="1">
                <a:solidFill>
                  <a:srgbClr val="187B75"/>
                </a:solidFill>
                <a:latin typeface="Arial"/>
                <a:ea typeface="Arial"/>
                <a:cs typeface="Arial"/>
              </a:defRPr>
            </a:lvl4pPr>
            <a:lvl5pPr>
              <a:buNone/>
              <a:defRPr sz="6750" b="1">
                <a:solidFill>
                  <a:srgbClr val="187B75"/>
                </a:solidFill>
                <a:latin typeface="Arial"/>
                <a:ea typeface="Arial"/>
                <a:cs typeface="Arial"/>
              </a:defRPr>
            </a:lvl5pPr>
            <a:lvl6pPr>
              <a:buNone/>
              <a:defRPr sz="6750" b="1">
                <a:solidFill>
                  <a:srgbClr val="187B75"/>
                </a:solidFill>
                <a:latin typeface="Arial"/>
                <a:ea typeface="Arial"/>
                <a:cs typeface="Arial"/>
              </a:defRPr>
            </a:lvl6pPr>
            <a:lvl7pPr>
              <a:buNone/>
              <a:defRPr sz="6750" b="1">
                <a:solidFill>
                  <a:srgbClr val="187B75"/>
                </a:solidFill>
                <a:latin typeface="Arial"/>
                <a:ea typeface="Arial"/>
                <a:cs typeface="Arial"/>
              </a:defRPr>
            </a:lvl7pPr>
            <a:lvl8pPr>
              <a:buNone/>
              <a:defRPr sz="6750" b="1">
                <a:solidFill>
                  <a:srgbClr val="187B75"/>
                </a:solidFill>
                <a:latin typeface="Arial"/>
                <a:ea typeface="Arial"/>
                <a:cs typeface="Arial"/>
              </a:defRPr>
            </a:lvl8pPr>
            <a:lvl9pPr>
              <a:buNone/>
              <a:defRPr sz="6750" b="1">
                <a:solidFill>
                  <a:srgbClr val="187B75"/>
                </a:solidFill>
                <a:latin typeface="Arial"/>
                <a:ea typeface="Arial"/>
                <a:cs typeface="Arial"/>
              </a:defRPr>
            </a:lvl9pPr>
          </a:lstStyle>
          <a:p xmlns:a="http://schemas.openxmlformats.org/drawingml/2006/main">
            <a:pPr>
              <a:buNone/>
              <a:defRPr sz="6750" b="1">
                <a:solidFill>
                  <a:srgbClr val="187B75"/>
                </a:solidFill>
                <a:latin typeface="Arial"/>
                <a:ea typeface="Arial"/>
                <a:cs typeface="Arial"/>
              </a:defRPr>
            </a:pPr>
            <a:r>
              <a:rPr sz="6750" b="1">
                <a:solidFill>
                  <a:srgbClr val="187B75"/>
                </a:solidFill>
                <a:latin typeface="Arial"/>
                <a:ea typeface="Arial"/>
                <a:cs typeface="Arial"/>
              </a:rPr>
              <a:t>244</a:t>
            </a:r>
          </a:p>
        </p:txBody>
      </p:sp>
      <p:sp>
        <p:nvSpPr>
          <p:cNvPr id="8" name="">
            <a:extLst xmlns:a="http://schemas.openxmlformats.org/drawingml/2006/main">
              <a:ext uri="{FF2B5EF4-FFF2-40B4-BE49-F238E27FC236}">
                <a16:creationId xmlns:a16="http://schemas.microsoft.com/office/drawing/2014/main" id="{B2C9694F-F852-4471-92E6-D63B78E15B94}"/>
              </a:ext>
            </a:extLst>
          </p:cNvPr>
          <p:cNvSpPr>
            <a:spLocks xmlns:a="http://schemas.openxmlformats.org/drawingml/2006/main" noGrp="1"/>
          </p:cNvSpPr>
          <p:nvPr/>
        </p:nvSpPr>
        <p:spPr>
          <a:xfrm xmlns:a="http://schemas.openxmlformats.org/drawingml/2006/main">
            <a:off x="6238875" y="3000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042"/>
                </a:solidFill>
                <a:latin typeface="Arial"/>
                <a:ea typeface="Arial"/>
                <a:cs typeface="Arial"/>
              </a:defRPr>
            </a:defPPr>
            <a:lvl1pPr>
              <a:buNone/>
              <a:defRPr sz="2175" b="0">
                <a:solidFill>
                  <a:srgbClr val="173042"/>
                </a:solidFill>
                <a:latin typeface="Arial"/>
                <a:ea typeface="Arial"/>
                <a:cs typeface="Arial"/>
              </a:defRPr>
            </a:lvl1pPr>
            <a:lvl2pPr>
              <a:buNone/>
              <a:defRPr sz="2175" b="0">
                <a:solidFill>
                  <a:srgbClr val="173042"/>
                </a:solidFill>
                <a:latin typeface="Arial"/>
                <a:ea typeface="Arial"/>
                <a:cs typeface="Arial"/>
              </a:defRPr>
            </a:lvl2pPr>
            <a:lvl3pPr>
              <a:buNone/>
              <a:defRPr sz="2175" b="0">
                <a:solidFill>
                  <a:srgbClr val="173042"/>
                </a:solidFill>
                <a:latin typeface="Arial"/>
                <a:ea typeface="Arial"/>
                <a:cs typeface="Arial"/>
              </a:defRPr>
            </a:lvl3pPr>
            <a:lvl4pPr>
              <a:buNone/>
              <a:defRPr sz="2175" b="0">
                <a:solidFill>
                  <a:srgbClr val="173042"/>
                </a:solidFill>
                <a:latin typeface="Arial"/>
                <a:ea typeface="Arial"/>
                <a:cs typeface="Arial"/>
              </a:defRPr>
            </a:lvl4pPr>
            <a:lvl5pPr>
              <a:buNone/>
              <a:defRPr sz="2175" b="0">
                <a:solidFill>
                  <a:srgbClr val="173042"/>
                </a:solidFill>
                <a:latin typeface="Arial"/>
                <a:ea typeface="Arial"/>
                <a:cs typeface="Arial"/>
              </a:defRPr>
            </a:lvl5pPr>
            <a:lvl6pPr>
              <a:buNone/>
              <a:defRPr sz="2175" b="0">
                <a:solidFill>
                  <a:srgbClr val="173042"/>
                </a:solidFill>
                <a:latin typeface="Arial"/>
                <a:ea typeface="Arial"/>
                <a:cs typeface="Arial"/>
              </a:defRPr>
            </a:lvl6pPr>
            <a:lvl7pPr>
              <a:buNone/>
              <a:defRPr sz="2175" b="0">
                <a:solidFill>
                  <a:srgbClr val="173042"/>
                </a:solidFill>
                <a:latin typeface="Arial"/>
                <a:ea typeface="Arial"/>
                <a:cs typeface="Arial"/>
              </a:defRPr>
            </a:lvl7pPr>
            <a:lvl8pPr>
              <a:buNone/>
              <a:defRPr sz="2175" b="0">
                <a:solidFill>
                  <a:srgbClr val="173042"/>
                </a:solidFill>
                <a:latin typeface="Arial"/>
                <a:ea typeface="Arial"/>
                <a:cs typeface="Arial"/>
              </a:defRPr>
            </a:lvl8pPr>
            <a:lvl9pPr>
              <a:buNone/>
              <a:defRPr sz="2175" b="0">
                <a:solidFill>
                  <a:srgbClr val="173042"/>
                </a:solidFill>
                <a:latin typeface="Arial"/>
                <a:ea typeface="Arial"/>
                <a:cs typeface="Arial"/>
              </a:defRPr>
            </a:lvl9pPr>
          </a:lstStyle>
          <a:p xmlns:a="http://schemas.openxmlformats.org/drawingml/2006/main">
            <a:pPr>
              <a:buNone/>
              <a:defRPr sz="2175" b="0">
                <a:solidFill>
                  <a:srgbClr val="173042"/>
                </a:solidFill>
                <a:latin typeface="Arial"/>
                <a:ea typeface="Arial"/>
                <a:cs typeface="Arial"/>
              </a:defRPr>
            </a:pPr>
            <a:r>
              <a:rPr sz="2175" b="0">
                <a:solidFill>
                  <a:srgbClr val="173042"/>
                </a:solidFill>
                <a:latin typeface="Arial"/>
                <a:ea typeface="Arial"/>
                <a:cs typeface="Arial"/>
              </a:rPr>
              <a:t>frontend tests passed</a:t>
            </a:r>
          </a:p>
        </p:txBody>
      </p:sp>
      <p:graphicFrame>
        <p:nvGraphicFramePr>
          <p:cNvPr id="9" name="">
            <a:extLst xmlns:a="http://schemas.openxmlformats.org/drawingml/2006/main">
              <a:ext uri="{FF2B5EF4-FFF2-40B4-BE49-F238E27FC236}">
                <a16:creationId xmlns:a16="http://schemas.microsoft.com/office/drawing/2014/main" id="{884D8293-7F5E-4435-8217-6CC54E656175}"/>
              </a:ext>
            </a:extLst>
          </p:cNvPr>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table">
            <a:tbl>
              <a:tblPr/>
              <a:tblGrid>
                <a:gridCol w="3857625"/>
                <a:gridCol w="7115175"/>
              </a:tblGrid>
              <a:tr h="488156">
                <a:tc>
                  <a:txBody>
                    <a:bodyPr/>
                    <a:lstStyle/>
                    <a:p>
                      <a:r>
                        <a:rPr sz="1725" b="1">
                          <a:solidFill>
                            <a:srgbClr val="FFFFFF"/>
                          </a:solidFill>
                          <a:latin typeface="Arial"/>
                          <a:ea typeface="Arial"/>
                          <a:cs typeface="Arial"/>
                        </a:rPr>
                        <a:t>Protection</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725" b="1">
                          <a:solidFill>
                            <a:srgbClr val="FFFFFF"/>
                          </a:solidFill>
                          <a:latin typeface="Arial"/>
                          <a:ea typeface="Arial"/>
                          <a:cs typeface="Arial"/>
                        </a:rPr>
                        <a:t>Evidence</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488156">
                <a:tc>
                  <a:txBody>
                    <a:bodyPr/>
                    <a:lstStyle/>
                    <a:p>
                      <a:r>
                        <a:rPr sz="1725" b="0">
                          <a:solidFill>
                            <a:srgbClr val="173042"/>
                          </a:solidFill>
                          <a:latin typeface="Arial"/>
                          <a:ea typeface="Arial"/>
                          <a:cs typeface="Arial"/>
                        </a:rPr>
                        <a:t>Transaction consistency</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725" b="0">
                          <a:solidFill>
                            <a:srgbClr val="173042"/>
                          </a:solidFill>
                          <a:latin typeface="Arial"/>
                          <a:ea typeface="Arial"/>
                          <a:cs typeface="Arial"/>
                        </a:rPr>
                        <a:t>Listener failure and cancellation rollback tests</a:t>
                      </a:r>
                    </a:p>
                  </a:txBody>
                  <a:tcPr marL="91440" marR="91440" marT="45720" marB="45720">
                    <a:lnR w="9525">
                      <a:solidFill>
                        <a:srgbClr val="B6C6CC"/>
                      </a:solidFill>
                      <a:prstDash val="solid"/>
                    </a:lnR>
                    <a:lnB w="9525">
                      <a:solidFill>
                        <a:srgbClr val="B6C6CC"/>
                      </a:solidFill>
                      <a:prstDash val="solid"/>
                    </a:lnB>
                    <a:solidFill>
                      <a:srgbClr val="FFFFFF"/>
                    </a:solidFill>
                  </a:tcPr>
                </a:tc>
              </a:tr>
              <a:tr h="488156">
                <a:tc>
                  <a:txBody>
                    <a:bodyPr/>
                    <a:lstStyle/>
                    <a:p>
                      <a:r>
                        <a:rPr sz="1725" b="0">
                          <a:solidFill>
                            <a:srgbClr val="173042"/>
                          </a:solidFill>
                          <a:latin typeface="Arial"/>
                          <a:ea typeface="Arial"/>
                          <a:cs typeface="Arial"/>
                        </a:rPr>
                        <a:t>Concurrency and access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725" b="0">
                          <a:solidFill>
                            <a:srgbClr val="173042"/>
                          </a:solidFill>
                          <a:latin typeface="Arial"/>
                          <a:ea typeface="Arial"/>
                          <a:cs typeface="Arial"/>
                        </a:rPr>
                        <a:t>Last-ticket competition, duplicate entry, role revocation</a:t>
                      </a:r>
                    </a:p>
                  </a:txBody>
                  <a:tcPr marL="91440" marR="91440" marT="45720" marB="45720">
                    <a:lnR w="9525">
                      <a:solidFill>
                        <a:srgbClr val="B6C6CC"/>
                      </a:solidFill>
                      <a:prstDash val="solid"/>
                    </a:lnR>
                    <a:lnB w="9525">
                      <a:solidFill>
                        <a:srgbClr val="B6C6CC"/>
                      </a:solidFill>
                      <a:prstDash val="solid"/>
                    </a:lnB>
                    <a:solidFill>
                      <a:srgbClr val="EEF4F6"/>
                    </a:solidFill>
                  </a:tcPr>
                </a:tc>
              </a:tr>
              <a:tr h="488156">
                <a:tc>
                  <a:txBody>
                    <a:bodyPr/>
                    <a:lstStyle/>
                    <a:p>
                      <a:r>
                        <a:rPr sz="1725" b="0">
                          <a:solidFill>
                            <a:srgbClr val="173042"/>
                          </a:solidFill>
                          <a:latin typeface="Arial"/>
                          <a:ea typeface="Arial"/>
                          <a:cs typeface="Arial"/>
                        </a:rPr>
                        <a:t>User interface</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725" b="0">
                          <a:solidFill>
                            <a:srgbClr val="173042"/>
                          </a:solidFill>
                          <a:latin typeface="Arial"/>
                          <a:ea typeface="Arial"/>
                          <a:cs typeface="Arial"/>
                        </a:rPr>
                        <a:t>Component tests plus separate browser acceptance</a:t>
                      </a:r>
                    </a:p>
                  </a:txBody>
                  <a:tcPr marL="91440" marR="91440" marT="45720" marB="45720">
                    <a:lnR w="9525">
                      <a:solidFill>
                        <a:srgbClr val="B6C6CC"/>
                      </a:solidFill>
                      <a:prstDash val="solid"/>
                    </a:lnR>
                    <a:lnB w="9525">
                      <a:solidFill>
                        <a:srgbClr val="B6C6CC"/>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1ABBE9B-F34E-48EA-8B25-4AAADE68D99C}"/>
              </a:ext>
            </a:extLst>
          </p:cNvPr>
          <p:cNvSpPr>
            <a:spLocks xmlns:a="http://schemas.openxmlformats.org/drawingml/2006/main" noGrp="1"/>
          </p:cNvSpPr>
          <p:nvPr/>
        </p:nvSpPr>
        <p:spPr>
          <a:xfrm xmlns:a="http://schemas.openxmlformats.org/drawingml/2006/main">
            <a:off x="609600" y="59817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07681"/>
                </a:solidFill>
                <a:latin typeface="Arial"/>
                <a:ea typeface="Arial"/>
                <a:cs typeface="Arial"/>
              </a:defRPr>
            </a:defPPr>
            <a:lvl1pPr>
              <a:buNone/>
              <a:defRPr sz="1500" b="0">
                <a:solidFill>
                  <a:srgbClr val="607681"/>
                </a:solidFill>
                <a:latin typeface="Arial"/>
                <a:ea typeface="Arial"/>
                <a:cs typeface="Arial"/>
              </a:defRPr>
            </a:lvl1pPr>
            <a:lvl2pPr>
              <a:buNone/>
              <a:defRPr sz="1500" b="0">
                <a:solidFill>
                  <a:srgbClr val="607681"/>
                </a:solidFill>
                <a:latin typeface="Arial"/>
                <a:ea typeface="Arial"/>
                <a:cs typeface="Arial"/>
              </a:defRPr>
            </a:lvl2pPr>
            <a:lvl3pPr>
              <a:buNone/>
              <a:defRPr sz="1500" b="0">
                <a:solidFill>
                  <a:srgbClr val="607681"/>
                </a:solidFill>
                <a:latin typeface="Arial"/>
                <a:ea typeface="Arial"/>
                <a:cs typeface="Arial"/>
              </a:defRPr>
            </a:lvl3pPr>
            <a:lvl4pPr>
              <a:buNone/>
              <a:defRPr sz="1500" b="0">
                <a:solidFill>
                  <a:srgbClr val="607681"/>
                </a:solidFill>
                <a:latin typeface="Arial"/>
                <a:ea typeface="Arial"/>
                <a:cs typeface="Arial"/>
              </a:defRPr>
            </a:lvl4pPr>
            <a:lvl5pPr>
              <a:buNone/>
              <a:defRPr sz="1500" b="0">
                <a:solidFill>
                  <a:srgbClr val="607681"/>
                </a:solidFill>
                <a:latin typeface="Arial"/>
                <a:ea typeface="Arial"/>
                <a:cs typeface="Arial"/>
              </a:defRPr>
            </a:lvl5pPr>
            <a:lvl6pPr>
              <a:buNone/>
              <a:defRPr sz="1500" b="0">
                <a:solidFill>
                  <a:srgbClr val="607681"/>
                </a:solidFill>
                <a:latin typeface="Arial"/>
                <a:ea typeface="Arial"/>
                <a:cs typeface="Arial"/>
              </a:defRPr>
            </a:lvl6pPr>
            <a:lvl7pPr>
              <a:buNone/>
              <a:defRPr sz="1500" b="0">
                <a:solidFill>
                  <a:srgbClr val="607681"/>
                </a:solidFill>
                <a:latin typeface="Arial"/>
                <a:ea typeface="Arial"/>
                <a:cs typeface="Arial"/>
              </a:defRPr>
            </a:lvl7pPr>
            <a:lvl8pPr>
              <a:buNone/>
              <a:defRPr sz="1500" b="0">
                <a:solidFill>
                  <a:srgbClr val="607681"/>
                </a:solidFill>
                <a:latin typeface="Arial"/>
                <a:ea typeface="Arial"/>
                <a:cs typeface="Arial"/>
              </a:defRPr>
            </a:lvl8pPr>
            <a:lvl9pPr>
              <a:buNone/>
              <a:defRPr sz="1500" b="0">
                <a:solidFill>
                  <a:srgbClr val="607681"/>
                </a:solidFill>
                <a:latin typeface="Arial"/>
                <a:ea typeface="Arial"/>
                <a:cs typeface="Arial"/>
              </a:defRPr>
            </a:lvl9pPr>
          </a:lstStyle>
          <a:p xmlns:a="http://schemas.openxmlformats.org/drawingml/2006/main">
            <a:pPr>
              <a:buNone/>
              <a:defRPr sz="1500" b="0">
                <a:solidFill>
                  <a:srgbClr val="607681"/>
                </a:solidFill>
                <a:latin typeface="Arial"/>
                <a:ea typeface="Arial"/>
                <a:cs typeface="Arial"/>
              </a:defRPr>
            </a:pPr>
            <a:r>
              <a:rPr sz="1500" b="0">
                <a:solidFill>
                  <a:srgbClr val="607681"/>
                </a:solidFill>
                <a:latin typeface="Arial"/>
                <a:ea typeface="Arial"/>
                <a:cs typeface="Arial"/>
              </a:rPr>
              <a:t>Release 565f08b. Backend: 216 total, one optional comparison skipped.</a:t>
            </a:r>
          </a:p>
        </p:txBody>
      </p:sp>
      <p:cxnSp>
        <p:nvCxnSpPr>
          <p:cNvPr id="12" name="Footer rule">
            <a:extLst xmlns:a="http://schemas.openxmlformats.org/drawingml/2006/main">
              <a:ext uri="{FF2B5EF4-FFF2-40B4-BE49-F238E27FC236}">
                <a16:creationId xmlns:a16="http://schemas.microsoft.com/office/drawing/2014/main" id="{FB38A810-E22D-4B08-899B-93FFA31E298F}"/>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6471276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1FA884-2388-4981-847D-0C8FB3E2E9BE}"/>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TESTING</a:t>
            </a:r>
          </a:p>
        </p:txBody>
      </p:sp>
      <p:sp>
        <p:nvSpPr>
          <p:cNvPr id="2" name="">
            <a:extLst xmlns:a="http://schemas.openxmlformats.org/drawingml/2006/main">
              <a:ext uri="{FF2B5EF4-FFF2-40B4-BE49-F238E27FC236}">
                <a16:creationId xmlns:a16="http://schemas.microsoft.com/office/drawing/2014/main" id="{600C88E9-1238-4BE5-959B-7DBA151454CC}"/>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Scripted performance testing</a:t>
            </a:r>
          </a:p>
        </p:txBody>
      </p:sp>
      <p:sp>
        <p:nvSpPr>
          <p:cNvPr id="3" name="">
            <a:extLst xmlns:a="http://schemas.openxmlformats.org/drawingml/2006/main">
              <a:ext uri="{FF2B5EF4-FFF2-40B4-BE49-F238E27FC236}">
                <a16:creationId xmlns:a16="http://schemas.microsoft.com/office/drawing/2014/main" id="{7C595B70-3DB1-4603-9643-AC07FBCD17D2}"/>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5564A58D-5923-4749-AC16-6D99ECB67D7B}"/>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C194F8D6-995E-4C45-A087-910D58863D5F}"/>
              </a:ext>
            </a:extLst>
          </p:cNvPr>
          <p:cNvGraphicFramePr/>
          <p:nvPr/>
        </p:nvGraphicFramePr>
        <p:xfrm>
          <a:off xmlns:a="http://schemas.openxmlformats.org/drawingml/2006/main" x="609600" y="1762125"/>
          <a:ext xmlns:a="http://schemas.openxmlformats.org/drawingml/2006/main" cx="10972800" cy="2857500"/>
        </p:xfrm>
        <a:graphic xmlns:a="http://schemas.openxmlformats.org/drawingml/2006/main">
          <a:graphicData uri="http://schemas.openxmlformats.org/drawingml/2006/table">
            <a:tbl>
              <a:tblPr/>
              <a:tblGrid>
                <a:gridCol w="2857500"/>
                <a:gridCol w="8115300"/>
              </a:tblGrid>
              <a:tr h="714375">
                <a:tc>
                  <a:txBody>
                    <a:bodyPr/>
                    <a:lstStyle/>
                    <a:p>
                      <a:r>
                        <a:rPr sz="1875" b="1">
                          <a:solidFill>
                            <a:srgbClr val="FFFFFF"/>
                          </a:solidFill>
                          <a:latin typeface="Arial"/>
                          <a:ea typeface="Arial"/>
                          <a:cs typeface="Arial"/>
                        </a:rPr>
                        <a:t>Scenario</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75" b="1">
                          <a:solidFill>
                            <a:srgbClr val="FFFFFF"/>
                          </a:solidFill>
                          <a:latin typeface="Arial"/>
                          <a:ea typeface="Arial"/>
                          <a:cs typeface="Arial"/>
                        </a:rPr>
                        <a:t>Workload</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714375">
                <a:tc>
                  <a:txBody>
                    <a:bodyPr/>
                    <a:lstStyle/>
                    <a:p>
                      <a:r>
                        <a:rPr sz="1875" b="0">
                          <a:solidFill>
                            <a:srgbClr val="173042"/>
                          </a:solidFill>
                          <a:latin typeface="Arial"/>
                          <a:ea typeface="Arial"/>
                          <a:cs typeface="Arial"/>
                        </a:rPr>
                        <a:t>Read</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Event list, event detail, profile and orders</a:t>
                      </a:r>
                    </a:p>
                    <a:p>
                      <a:r>
                        <a:rPr sz="1875" b="0">
                          <a:solidFill>
                            <a:srgbClr val="173042"/>
                          </a:solidFill>
                          <a:latin typeface="Arial"/>
                          <a:ea typeface="Arial"/>
                          <a:cs typeface="Arial"/>
                        </a:rPr>
                        <a:t>One-second think time</a:t>
                      </a:r>
                    </a:p>
                  </a:txBody>
                  <a:tcPr marL="91440" marR="91440" marT="45720" marB="45720">
                    <a:lnR w="9525">
                      <a:solidFill>
                        <a:srgbClr val="B6C6CC"/>
                      </a:solidFill>
                      <a:prstDash val="solid"/>
                    </a:lnR>
                    <a:lnB w="9525">
                      <a:solidFill>
                        <a:srgbClr val="B6C6CC"/>
                      </a:solidFill>
                      <a:prstDash val="solid"/>
                    </a:lnB>
                    <a:solidFill>
                      <a:srgbClr val="FFFFFF"/>
                    </a:solidFill>
                  </a:tcPr>
                </a:tc>
              </a:tr>
              <a:tr h="714375">
                <a:tc>
                  <a:txBody>
                    <a:bodyPr/>
                    <a:lstStyle/>
                    <a:p>
                      <a:r>
                        <a:rPr sz="1875" b="0">
                          <a:solidFill>
                            <a:srgbClr val="173042"/>
                          </a:solidFill>
                          <a:latin typeface="Arial"/>
                          <a:ea typeface="Arial"/>
                          <a:cs typeface="Arial"/>
                        </a:rPr>
                        <a:t>Mixed</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75" b="0">
                          <a:solidFill>
                            <a:srgbClr val="173042"/>
                          </a:solidFill>
                          <a:latin typeface="Arial"/>
                          <a:ea typeface="Arial"/>
                          <a:cs typeface="Arial"/>
                        </a:rPr>
                        <a:t>Read workload plus booking, ticket read and cancellation</a:t>
                      </a:r>
                    </a:p>
                    <a:p>
                      <a:r>
                        <a:rPr sz="1875" b="0">
                          <a:solidFill>
                            <a:srgbClr val="173042"/>
                          </a:solidFill>
                          <a:latin typeface="Arial"/>
                          <a:ea typeface="Arial"/>
                          <a:cs typeface="Arial"/>
                        </a:rPr>
                        <a:t>Write cycle every five iterations across ten events</a:t>
                      </a:r>
                    </a:p>
                  </a:txBody>
                  <a:tcPr marL="91440" marR="91440" marT="45720" marB="45720">
                    <a:lnR w="9525">
                      <a:solidFill>
                        <a:srgbClr val="B6C6CC"/>
                      </a:solidFill>
                      <a:prstDash val="solid"/>
                    </a:lnR>
                    <a:lnB w="9525">
                      <a:solidFill>
                        <a:srgbClr val="B6C6CC"/>
                      </a:solidFill>
                      <a:prstDash val="solid"/>
                    </a:lnB>
                    <a:solidFill>
                      <a:srgbClr val="EEF4F6"/>
                    </a:solidFill>
                  </a:tcPr>
                </a:tc>
              </a:tr>
              <a:tr h="714375">
                <a:tc>
                  <a:txBody>
                    <a:bodyPr/>
                    <a:lstStyle/>
                    <a:p>
                      <a:r>
                        <a:rPr sz="1875" b="0">
                          <a:solidFill>
                            <a:srgbClr val="173042"/>
                          </a:solidFill>
                          <a:latin typeface="Arial"/>
                          <a:ea typeface="Arial"/>
                          <a:cs typeface="Arial"/>
                        </a:rPr>
                        <a:t>Inventory contention</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75" b="0">
                          <a:solidFill>
                            <a:srgbClr val="173042"/>
                          </a:solidFill>
                          <a:latin typeface="Arial"/>
                          <a:ea typeface="Arial"/>
                          <a:cs typeface="Arial"/>
                        </a:rPr>
                        <a:t>One booking attempt per planned VU</a:t>
                      </a:r>
                    </a:p>
                    <a:p>
                      <a:r>
                        <a:rPr sz="1875" b="0">
                          <a:solidFill>
                            <a:srgbClr val="173042"/>
                          </a:solidFill>
                          <a:latin typeface="Arial"/>
                          <a:ea typeface="Arial"/>
                          <a:cs typeface="Arial"/>
                        </a:rPr>
                        <a:t>100 available tickets</a:t>
                      </a:r>
                    </a:p>
                  </a:txBody>
                  <a:tcPr marL="91440" marR="91440" marT="45720" marB="45720">
                    <a:lnR w="9525">
                      <a:solidFill>
                        <a:srgbClr val="B6C6CC"/>
                      </a:solidFill>
                      <a:prstDash val="solid"/>
                    </a:lnR>
                    <a:lnB w="9525">
                      <a:solidFill>
                        <a:srgbClr val="B6C6CC"/>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F947E1D-C4C2-446B-AC58-BDFFEE125833}"/>
              </a:ext>
            </a:extLst>
          </p:cNvPr>
          <p:cNvSpPr>
            <a:spLocks xmlns:a="http://schemas.openxmlformats.org/drawingml/2006/main" noGrp="1"/>
          </p:cNvSpPr>
          <p:nvPr/>
        </p:nvSpPr>
        <p:spPr>
          <a:xfrm xmlns:a="http://schemas.openxmlformats.org/drawingml/2006/main">
            <a:off x="609600" y="4953000"/>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Pass rule: overall and per-endpoint p95 &lt; 3 s, with all checks passing.</a:t>
            </a:r>
          </a:p>
        </p:txBody>
      </p:sp>
      <p:sp>
        <p:nvSpPr>
          <p:cNvPr id="7" name="">
            <a:extLst xmlns:a="http://schemas.openxmlformats.org/drawingml/2006/main">
              <a:ext uri="{FF2B5EF4-FFF2-40B4-BE49-F238E27FC236}">
                <a16:creationId xmlns:a16="http://schemas.microsoft.com/office/drawing/2014/main" id="{90196955-E2E4-4A61-9A14-FC3C4F585076}"/>
              </a:ext>
            </a:extLst>
          </p:cNvPr>
          <p:cNvSpPr>
            <a:spLocks xmlns:a="http://schemas.openxmlformats.org/drawingml/2006/main" noGrp="1"/>
          </p:cNvSpPr>
          <p:nvPr/>
        </p:nvSpPr>
        <p:spPr>
          <a:xfrm xmlns:a="http://schemas.openxmlformats.org/drawingml/2006/main">
            <a:off x="609600" y="59055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681"/>
                </a:solidFill>
                <a:latin typeface="Arial"/>
                <a:ea typeface="Arial"/>
                <a:cs typeface="Arial"/>
              </a:defRPr>
            </a:defPPr>
            <a:lvl1pPr>
              <a:buNone/>
              <a:defRPr sz="1650" b="0">
                <a:solidFill>
                  <a:srgbClr val="607681"/>
                </a:solidFill>
                <a:latin typeface="Arial"/>
                <a:ea typeface="Arial"/>
                <a:cs typeface="Arial"/>
              </a:defRPr>
            </a:lvl1pPr>
            <a:lvl2pPr>
              <a:buNone/>
              <a:defRPr sz="1650" b="0">
                <a:solidFill>
                  <a:srgbClr val="607681"/>
                </a:solidFill>
                <a:latin typeface="Arial"/>
                <a:ea typeface="Arial"/>
                <a:cs typeface="Arial"/>
              </a:defRPr>
            </a:lvl2pPr>
            <a:lvl3pPr>
              <a:buNone/>
              <a:defRPr sz="1650" b="0">
                <a:solidFill>
                  <a:srgbClr val="607681"/>
                </a:solidFill>
                <a:latin typeface="Arial"/>
                <a:ea typeface="Arial"/>
                <a:cs typeface="Arial"/>
              </a:defRPr>
            </a:lvl3pPr>
            <a:lvl4pPr>
              <a:buNone/>
              <a:defRPr sz="1650" b="0">
                <a:solidFill>
                  <a:srgbClr val="607681"/>
                </a:solidFill>
                <a:latin typeface="Arial"/>
                <a:ea typeface="Arial"/>
                <a:cs typeface="Arial"/>
              </a:defRPr>
            </a:lvl4pPr>
            <a:lvl5pPr>
              <a:buNone/>
              <a:defRPr sz="1650" b="0">
                <a:solidFill>
                  <a:srgbClr val="607681"/>
                </a:solidFill>
                <a:latin typeface="Arial"/>
                <a:ea typeface="Arial"/>
                <a:cs typeface="Arial"/>
              </a:defRPr>
            </a:lvl5pPr>
            <a:lvl6pPr>
              <a:buNone/>
              <a:defRPr sz="1650" b="0">
                <a:solidFill>
                  <a:srgbClr val="607681"/>
                </a:solidFill>
                <a:latin typeface="Arial"/>
                <a:ea typeface="Arial"/>
                <a:cs typeface="Arial"/>
              </a:defRPr>
            </a:lvl6pPr>
            <a:lvl7pPr>
              <a:buNone/>
              <a:defRPr sz="1650" b="0">
                <a:solidFill>
                  <a:srgbClr val="607681"/>
                </a:solidFill>
                <a:latin typeface="Arial"/>
                <a:ea typeface="Arial"/>
                <a:cs typeface="Arial"/>
              </a:defRPr>
            </a:lvl7pPr>
            <a:lvl8pPr>
              <a:buNone/>
              <a:defRPr sz="1650" b="0">
                <a:solidFill>
                  <a:srgbClr val="607681"/>
                </a:solidFill>
                <a:latin typeface="Arial"/>
                <a:ea typeface="Arial"/>
                <a:cs typeface="Arial"/>
              </a:defRPr>
            </a:lvl8pPr>
            <a:lvl9pPr>
              <a:buNone/>
              <a:defRPr sz="1650" b="0">
                <a:solidFill>
                  <a:srgbClr val="607681"/>
                </a:solidFill>
                <a:latin typeface="Arial"/>
                <a:ea typeface="Arial"/>
                <a:cs typeface="Arial"/>
              </a:defRPr>
            </a:lvl9pPr>
          </a:lstStyle>
          <a:p xmlns:a="http://schemas.openxmlformats.org/drawingml/2006/main">
            <a:pPr>
              <a:buNone/>
              <a:defRPr sz="1650" b="0">
                <a:solidFill>
                  <a:srgbClr val="607681"/>
                </a:solidFill>
                <a:latin typeface="Arial"/>
                <a:ea typeface="Arial"/>
                <a:cs typeface="Arial"/>
              </a:defRPr>
            </a:pPr>
            <a:r>
              <a:rPr sz="1650" b="0">
                <a:solidFill>
                  <a:srgbClr val="607681"/>
                </a:solidFill>
                <a:latin typeface="Arial"/>
                <a:ea typeface="Arial"/>
                <a:cs typeface="Arial"/>
              </a:rPr>
              <a:t>Shared host: 2 vCPU, 3,832 MiB RAM. VU is a scripted user, not RPS.</a:t>
            </a:r>
          </a:p>
        </p:txBody>
      </p:sp>
      <p:cxnSp>
        <p:nvCxnSpPr>
          <p:cNvPr id="9" name="Footer rule">
            <a:extLst xmlns:a="http://schemas.openxmlformats.org/drawingml/2006/main">
              <a:ext uri="{FF2B5EF4-FFF2-40B4-BE49-F238E27FC236}">
                <a16:creationId xmlns:a16="http://schemas.microsoft.com/office/drawing/2014/main" id="{121902E8-765A-423D-9982-E13ADED6A2A1}"/>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5911465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83FCB7-6B67-48CC-BFFC-DFEA142EF166}"/>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TESTING</a:t>
            </a:r>
          </a:p>
        </p:txBody>
      </p:sp>
      <p:sp>
        <p:nvSpPr>
          <p:cNvPr id="2" name="">
            <a:extLst xmlns:a="http://schemas.openxmlformats.org/drawingml/2006/main">
              <a:ext uri="{FF2B5EF4-FFF2-40B4-BE49-F238E27FC236}">
                <a16:creationId xmlns:a16="http://schemas.microsoft.com/office/drawing/2014/main" id="{BEF99645-A416-4328-9269-1881A10B31E4}"/>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500 VU passed both request models</a:t>
            </a:r>
          </a:p>
        </p:txBody>
      </p:sp>
      <p:sp>
        <p:nvSpPr>
          <p:cNvPr id="3" name="">
            <a:extLst xmlns:a="http://schemas.openxmlformats.org/drawingml/2006/main">
              <a:ext uri="{FF2B5EF4-FFF2-40B4-BE49-F238E27FC236}">
                <a16:creationId xmlns:a16="http://schemas.microsoft.com/office/drawing/2014/main" id="{02B1B4E0-E847-4997-A37B-9D38B2EC3546}"/>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31376408-6F77-494E-9A31-E9DCD53BD329}"/>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20</a:t>
            </a:r>
          </a:p>
        </p:txBody>
      </p:sp>
      <p:graphicFrame>
        <p:nvGraphicFramePr>
          <p:cNvPr id="5" name="Chart">
            <a:extLst xmlns:a="http://schemas.openxmlformats.org/drawingml/2006/main">
              <a:ext uri="{FF2B5EF4-FFF2-40B4-BE49-F238E27FC236}">
                <a16:creationId xmlns:a16="http://schemas.microsoft.com/office/drawing/2014/main" id="{0F2D43A9-3F23-4679-936C-37C859BF727E}"/>
              </a:ext>
            </a:extLst>
          </p:cNvPr>
          <p:cNvGraphicFramePr/>
          <p:nvPr/>
        </p:nvGraphicFramePr>
        <p:xfrm>
          <a:off xmlns:a="http://schemas.openxmlformats.org/drawingml/2006/main" x="609600" y="1771650"/>
          <a:ext xmlns:a="http://schemas.openxmlformats.org/drawingml/2006/main" cx="7429500" cy="3429000"/>
        </p:xfrm>
        <a:graphic xmlns:a="http://schemas.openxmlformats.org/drawingml/2006/main">
          <a:graphicData uri="http://schemas.openxmlformats.org/drawingml/2006/chart">
            <c:chart xmlns:r="http://schemas.openxmlformats.org/officeDocument/2006/relationships" xmlns:c="http://schemas.openxmlformats.org/drawingml/2006/chart" r:id="R2af26d425ef8479a"/>
          </a:graphicData>
        </a:graphic>
      </p:graphicFrame>
      <p:sp>
        <p:nvSpPr>
          <p:cNvPr id="6" name="">
            <a:extLst xmlns:a="http://schemas.openxmlformats.org/drawingml/2006/main">
              <a:ext uri="{FF2B5EF4-FFF2-40B4-BE49-F238E27FC236}">
                <a16:creationId xmlns:a16="http://schemas.microsoft.com/office/drawing/2014/main" id="{6A1939C3-8AE2-4064-BA7B-F4077C5C6121}"/>
              </a:ext>
            </a:extLst>
          </p:cNvPr>
          <p:cNvSpPr>
            <a:spLocks xmlns:a="http://schemas.openxmlformats.org/drawingml/2006/main" noGrp="1"/>
          </p:cNvSpPr>
          <p:nvPr/>
        </p:nvSpPr>
        <p:spPr>
          <a:xfrm xmlns:a="http://schemas.openxmlformats.org/drawingml/2006/main">
            <a:off x="8620125" y="195262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Pass threshold</a:t>
            </a:r>
          </a:p>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p95 &lt; 3 seconds</a:t>
            </a:r>
          </a:p>
        </p:txBody>
      </p:sp>
      <p:sp>
        <p:nvSpPr>
          <p:cNvPr id="7" name="">
            <a:extLst xmlns:a="http://schemas.openxmlformats.org/drawingml/2006/main">
              <a:ext uri="{FF2B5EF4-FFF2-40B4-BE49-F238E27FC236}">
                <a16:creationId xmlns:a16="http://schemas.microsoft.com/office/drawing/2014/main" id="{DF0D6AD1-2BC0-4D93-A602-23A7CCCCAB15}"/>
              </a:ext>
            </a:extLst>
          </p:cNvPr>
          <p:cNvSpPr>
            <a:spLocks xmlns:a="http://schemas.openxmlformats.org/drawingml/2006/main" noGrp="1"/>
          </p:cNvSpPr>
          <p:nvPr/>
        </p:nvSpPr>
        <p:spPr>
          <a:xfrm xmlns:a="http://schemas.openxmlformats.org/drawingml/2006/main">
            <a:off x="8620125" y="3286125"/>
            <a:ext cx="295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9A443A"/>
                </a:solidFill>
                <a:latin typeface="Arial"/>
                <a:ea typeface="Arial"/>
                <a:cs typeface="Arial"/>
              </a:defRPr>
            </a:defPPr>
            <a:lvl1pPr>
              <a:buNone/>
              <a:defRPr sz="2175" b="1">
                <a:solidFill>
                  <a:srgbClr val="9A443A"/>
                </a:solidFill>
                <a:latin typeface="Arial"/>
                <a:ea typeface="Arial"/>
                <a:cs typeface="Arial"/>
              </a:defRPr>
            </a:lvl1pPr>
            <a:lvl2pPr>
              <a:buNone/>
              <a:defRPr sz="2175" b="1">
                <a:solidFill>
                  <a:srgbClr val="9A443A"/>
                </a:solidFill>
                <a:latin typeface="Arial"/>
                <a:ea typeface="Arial"/>
                <a:cs typeface="Arial"/>
              </a:defRPr>
            </a:lvl2pPr>
            <a:lvl3pPr>
              <a:buNone/>
              <a:defRPr sz="2175" b="1">
                <a:solidFill>
                  <a:srgbClr val="9A443A"/>
                </a:solidFill>
                <a:latin typeface="Arial"/>
                <a:ea typeface="Arial"/>
                <a:cs typeface="Arial"/>
              </a:defRPr>
            </a:lvl3pPr>
            <a:lvl4pPr>
              <a:buNone/>
              <a:defRPr sz="2175" b="1">
                <a:solidFill>
                  <a:srgbClr val="9A443A"/>
                </a:solidFill>
                <a:latin typeface="Arial"/>
                <a:ea typeface="Arial"/>
                <a:cs typeface="Arial"/>
              </a:defRPr>
            </a:lvl4pPr>
            <a:lvl5pPr>
              <a:buNone/>
              <a:defRPr sz="2175" b="1">
                <a:solidFill>
                  <a:srgbClr val="9A443A"/>
                </a:solidFill>
                <a:latin typeface="Arial"/>
                <a:ea typeface="Arial"/>
                <a:cs typeface="Arial"/>
              </a:defRPr>
            </a:lvl5pPr>
            <a:lvl6pPr>
              <a:buNone/>
              <a:defRPr sz="2175" b="1">
                <a:solidFill>
                  <a:srgbClr val="9A443A"/>
                </a:solidFill>
                <a:latin typeface="Arial"/>
                <a:ea typeface="Arial"/>
                <a:cs typeface="Arial"/>
              </a:defRPr>
            </a:lvl6pPr>
            <a:lvl7pPr>
              <a:buNone/>
              <a:defRPr sz="2175" b="1">
                <a:solidFill>
                  <a:srgbClr val="9A443A"/>
                </a:solidFill>
                <a:latin typeface="Arial"/>
                <a:ea typeface="Arial"/>
                <a:cs typeface="Arial"/>
              </a:defRPr>
            </a:lvl7pPr>
            <a:lvl8pPr>
              <a:buNone/>
              <a:defRPr sz="2175" b="1">
                <a:solidFill>
                  <a:srgbClr val="9A443A"/>
                </a:solidFill>
                <a:latin typeface="Arial"/>
                <a:ea typeface="Arial"/>
                <a:cs typeface="Arial"/>
              </a:defRPr>
            </a:lvl8pPr>
            <a:lvl9pPr>
              <a:buNone/>
              <a:defRPr sz="2175" b="1">
                <a:solidFill>
                  <a:srgbClr val="9A443A"/>
                </a:solidFill>
                <a:latin typeface="Arial"/>
                <a:ea typeface="Arial"/>
                <a:cs typeface="Arial"/>
              </a:defRPr>
            </a:lvl9pPr>
          </a:lstStyle>
          <a:p xmlns:a="http://schemas.openxmlformats.org/drawingml/2006/main">
            <a:pPr>
              <a:buNone/>
              <a:defRPr sz="2175" b="1">
                <a:solidFill>
                  <a:srgbClr val="9A443A"/>
                </a:solidFill>
                <a:latin typeface="Arial"/>
                <a:ea typeface="Arial"/>
                <a:cs typeface="Arial"/>
              </a:defRPr>
            </a:pPr>
            <a:r>
              <a:rPr sz="2175" b="1">
                <a:solidFill>
                  <a:srgbClr val="9A443A"/>
                </a:solidFill>
                <a:latin typeface="Arial"/>
                <a:ea typeface="Arial"/>
                <a:cs typeface="Arial"/>
              </a:rPr>
              <a:t>1000 VU mixed:</a:t>
            </a:r>
          </a:p>
          <a:p xmlns:a="http://schemas.openxmlformats.org/drawingml/2006/main">
            <a:pPr>
              <a:buNone/>
              <a:defRPr sz="2175" b="1">
                <a:solidFill>
                  <a:srgbClr val="9A443A"/>
                </a:solidFill>
                <a:latin typeface="Arial"/>
                <a:ea typeface="Arial"/>
                <a:cs typeface="Arial"/>
              </a:defRPr>
            </a:pPr>
            <a:r>
              <a:rPr sz="2175" b="1">
                <a:solidFill>
                  <a:srgbClr val="9A443A"/>
                </a:solidFill>
                <a:latin typeface="Arial"/>
                <a:ea typeface="Arial"/>
                <a:cs typeface="Arial"/>
              </a:rPr>
              <a:t>3.509 s</a:t>
            </a:r>
          </a:p>
          <a:p xmlns:a="http://schemas.openxmlformats.org/drawingml/2006/main">
            <a:pPr>
              <a:buNone/>
              <a:defRPr sz="2175" b="1">
                <a:solidFill>
                  <a:srgbClr val="9A443A"/>
                </a:solidFill>
                <a:latin typeface="Arial"/>
                <a:ea typeface="Arial"/>
                <a:cs typeface="Arial"/>
              </a:defRPr>
            </a:pPr>
            <a:r>
              <a:rPr sz="2175" b="1">
                <a:solidFill>
                  <a:srgbClr val="9A443A"/>
                </a:solidFill>
                <a:latin typeface="Arial"/>
                <a:ea typeface="Arial"/>
                <a:cs typeface="Arial"/>
              </a:rPr>
              <a:t>Latency failed</a:t>
            </a:r>
          </a:p>
        </p:txBody>
      </p:sp>
      <p:sp>
        <p:nvSpPr>
          <p:cNvPr id="8" name="">
            <a:extLst xmlns:a="http://schemas.openxmlformats.org/drawingml/2006/main">
              <a:ext uri="{FF2B5EF4-FFF2-40B4-BE49-F238E27FC236}">
                <a16:creationId xmlns:a16="http://schemas.microsoft.com/office/drawing/2014/main" id="{EFD60DC1-3D8E-4C67-A7F8-2FEABD7953DF}"/>
              </a:ext>
            </a:extLst>
          </p:cNvPr>
          <p:cNvSpPr>
            <a:spLocks xmlns:a="http://schemas.openxmlformats.org/drawingml/2006/main" noGrp="1"/>
          </p:cNvSpPr>
          <p:nvPr/>
        </p:nvSpPr>
        <p:spPr>
          <a:xfrm xmlns:a="http://schemas.openxmlformats.org/drawingml/2006/main">
            <a:off x="609600" y="5362575"/>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681"/>
                </a:solidFill>
                <a:latin typeface="Arial"/>
                <a:ea typeface="Arial"/>
                <a:cs typeface="Arial"/>
              </a:defRPr>
            </a:defPPr>
            <a:lvl1pPr>
              <a:buNone/>
              <a:defRPr sz="1725" b="0">
                <a:solidFill>
                  <a:srgbClr val="607681"/>
                </a:solidFill>
                <a:latin typeface="Arial"/>
                <a:ea typeface="Arial"/>
                <a:cs typeface="Arial"/>
              </a:defRPr>
            </a:lvl1pPr>
            <a:lvl2pPr>
              <a:buNone/>
              <a:defRPr sz="1725" b="0">
                <a:solidFill>
                  <a:srgbClr val="607681"/>
                </a:solidFill>
                <a:latin typeface="Arial"/>
                <a:ea typeface="Arial"/>
                <a:cs typeface="Arial"/>
              </a:defRPr>
            </a:lvl2pPr>
            <a:lvl3pPr>
              <a:buNone/>
              <a:defRPr sz="1725" b="0">
                <a:solidFill>
                  <a:srgbClr val="607681"/>
                </a:solidFill>
                <a:latin typeface="Arial"/>
                <a:ea typeface="Arial"/>
                <a:cs typeface="Arial"/>
              </a:defRPr>
            </a:lvl3pPr>
            <a:lvl4pPr>
              <a:buNone/>
              <a:defRPr sz="1725" b="0">
                <a:solidFill>
                  <a:srgbClr val="607681"/>
                </a:solidFill>
                <a:latin typeface="Arial"/>
                <a:ea typeface="Arial"/>
                <a:cs typeface="Arial"/>
              </a:defRPr>
            </a:lvl4pPr>
            <a:lvl5pPr>
              <a:buNone/>
              <a:defRPr sz="1725" b="0">
                <a:solidFill>
                  <a:srgbClr val="607681"/>
                </a:solidFill>
                <a:latin typeface="Arial"/>
                <a:ea typeface="Arial"/>
                <a:cs typeface="Arial"/>
              </a:defRPr>
            </a:lvl5pPr>
            <a:lvl6pPr>
              <a:buNone/>
              <a:defRPr sz="1725" b="0">
                <a:solidFill>
                  <a:srgbClr val="607681"/>
                </a:solidFill>
                <a:latin typeface="Arial"/>
                <a:ea typeface="Arial"/>
                <a:cs typeface="Arial"/>
              </a:defRPr>
            </a:lvl6pPr>
            <a:lvl7pPr>
              <a:buNone/>
              <a:defRPr sz="1725" b="0">
                <a:solidFill>
                  <a:srgbClr val="607681"/>
                </a:solidFill>
                <a:latin typeface="Arial"/>
                <a:ea typeface="Arial"/>
                <a:cs typeface="Arial"/>
              </a:defRPr>
            </a:lvl7pPr>
            <a:lvl8pPr>
              <a:buNone/>
              <a:defRPr sz="1725" b="0">
                <a:solidFill>
                  <a:srgbClr val="607681"/>
                </a:solidFill>
                <a:latin typeface="Arial"/>
                <a:ea typeface="Arial"/>
                <a:cs typeface="Arial"/>
              </a:defRPr>
            </a:lvl8pPr>
            <a:lvl9pPr>
              <a:buNone/>
              <a:defRPr sz="1725" b="0">
                <a:solidFill>
                  <a:srgbClr val="607681"/>
                </a:solidFill>
                <a:latin typeface="Arial"/>
                <a:ea typeface="Arial"/>
                <a:cs typeface="Arial"/>
              </a:defRPr>
            </a:lvl9pPr>
          </a:lstStyle>
          <a:p xmlns:a="http://schemas.openxmlformats.org/drawingml/2006/main">
            <a:pPr>
              <a:buNone/>
              <a:defRPr sz="1725" b="0">
                <a:solidFill>
                  <a:srgbClr val="607681"/>
                </a:solidFill>
                <a:latin typeface="Arial"/>
                <a:ea typeface="Arial"/>
                <a:cs typeface="Arial"/>
              </a:defRPr>
            </a:pPr>
            <a:r>
              <a:rPr sz="1725" b="0">
                <a:solidFill>
                  <a:srgbClr val="607681"/>
                </a:solidFill>
                <a:latin typeface="Arial"/>
                <a:ea typeface="Arial"/>
                <a:cs typeface="Arial"/>
              </a:rPr>
              <a:t>Read / mixed p95: hold phase. 500 VU held 30 s, 1000 VU held 180 s.</a:t>
            </a:r>
          </a:p>
          <a:p xmlns:a="http://schemas.openxmlformats.org/drawingml/2006/main">
            <a:pPr>
              <a:buNone/>
              <a:defRPr sz="1725" b="0">
                <a:solidFill>
                  <a:srgbClr val="607681"/>
                </a:solidFill>
                <a:latin typeface="Arial"/>
                <a:ea typeface="Arial"/>
                <a:cs typeface="Arial"/>
              </a:defRPr>
            </a:pPr>
            <a:r>
              <a:rPr sz="1725" b="0">
                <a:solidFill>
                  <a:srgbClr val="607681"/>
                </a:solidFill>
                <a:latin typeface="Arial"/>
                <a:ea typeface="Arial"/>
                <a:cs typeface="Arial"/>
              </a:rPr>
              <a:t>Release 037720b, 21 Oct. Zero errors in these four scenarios.</a:t>
            </a:r>
          </a:p>
        </p:txBody>
      </p:sp>
      <p:cxnSp>
        <p:nvCxnSpPr>
          <p:cNvPr id="10" name="Footer rule">
            <a:extLst xmlns:a="http://schemas.openxmlformats.org/drawingml/2006/main">
              <a:ext uri="{FF2B5EF4-FFF2-40B4-BE49-F238E27FC236}">
                <a16:creationId xmlns:a16="http://schemas.microsoft.com/office/drawing/2014/main" id="{15E8FA5A-0F25-4E9F-985F-FC6CF7A0E5C7}"/>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4461004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76E204-37E9-451F-99BA-F560E6F6166F}"/>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TESTING</a:t>
            </a:r>
          </a:p>
        </p:txBody>
      </p:sp>
      <p:sp>
        <p:nvSpPr>
          <p:cNvPr id="2" name="">
            <a:extLst xmlns:a="http://schemas.openxmlformats.org/drawingml/2006/main">
              <a:ext uri="{FF2B5EF4-FFF2-40B4-BE49-F238E27FC236}">
                <a16:creationId xmlns:a16="http://schemas.microsoft.com/office/drawing/2014/main" id="{829C969C-7FAC-45CB-9C40-665593F86B45}"/>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Test boundaries and remaining limits</a:t>
            </a:r>
          </a:p>
        </p:txBody>
      </p:sp>
      <p:sp>
        <p:nvSpPr>
          <p:cNvPr id="3" name="">
            <a:extLst xmlns:a="http://schemas.openxmlformats.org/drawingml/2006/main">
              <a:ext uri="{FF2B5EF4-FFF2-40B4-BE49-F238E27FC236}">
                <a16:creationId xmlns:a16="http://schemas.microsoft.com/office/drawing/2014/main" id="{FFFF9052-E273-463A-B16C-5FED1091A3F1}"/>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A39505D9-3DCF-4F87-AF60-0660D55C78EE}"/>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171085EB-47B5-43FA-8BF6-FE7C2927BC61}"/>
              </a:ext>
            </a:extLst>
          </p:cNvPr>
          <p:cNvSpPr>
            <a:spLocks xmlns:a="http://schemas.openxmlformats.org/drawingml/2006/main" noGrp="1"/>
          </p:cNvSpPr>
          <p:nvPr/>
        </p:nvSpPr>
        <p:spPr>
          <a:xfrm xmlns:a="http://schemas.openxmlformats.org/drawingml/2006/main">
            <a:off x="609600" y="17621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Consistency</a:t>
            </a:r>
          </a:p>
        </p:txBody>
      </p:sp>
      <p:sp>
        <p:nvSpPr>
          <p:cNvPr id="6" name="">
            <a:extLst xmlns:a="http://schemas.openxmlformats.org/drawingml/2006/main">
              <a:ext uri="{FF2B5EF4-FFF2-40B4-BE49-F238E27FC236}">
                <a16:creationId xmlns:a16="http://schemas.microsoft.com/office/drawing/2014/main" id="{F010DE7E-0DB5-418A-B107-BE93456E93DA}"/>
              </a:ext>
            </a:extLst>
          </p:cNvPr>
          <p:cNvSpPr>
            <a:spLocks xmlns:a="http://schemas.openxmlformats.org/drawingml/2006/main" noGrp="1"/>
          </p:cNvSpPr>
          <p:nvPr/>
        </p:nvSpPr>
        <p:spPr>
          <a:xfrm xmlns:a="http://schemas.openxmlformats.org/drawingml/2006/main">
            <a:off x="3619500" y="1762125"/>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The contention run sold exactly 100 tickets without overselling.</a:t>
            </a:r>
          </a:p>
        </p:txBody>
      </p:sp>
      <p:sp>
        <p:nvSpPr>
          <p:cNvPr id="7" name="">
            <a:extLst xmlns:a="http://schemas.openxmlformats.org/drawingml/2006/main">
              <a:ext uri="{FF2B5EF4-FFF2-40B4-BE49-F238E27FC236}">
                <a16:creationId xmlns:a16="http://schemas.microsoft.com/office/drawing/2014/main" id="{9A8C9742-EE61-4D05-A146-24625D7FEC6B}"/>
              </a:ext>
            </a:extLst>
          </p:cNvPr>
          <p:cNvSpPr>
            <a:spLocks xmlns:a="http://schemas.openxmlformats.org/drawingml/2006/main" noGrp="1"/>
          </p:cNvSpPr>
          <p:nvPr/>
        </p:nvSpPr>
        <p:spPr>
          <a:xfrm xmlns:a="http://schemas.openxmlformats.org/drawingml/2006/main">
            <a:off x="609600" y="278130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Capacity</a:t>
            </a:r>
          </a:p>
        </p:txBody>
      </p:sp>
      <p:sp>
        <p:nvSpPr>
          <p:cNvPr id="8" name="">
            <a:extLst xmlns:a="http://schemas.openxmlformats.org/drawingml/2006/main">
              <a:ext uri="{FF2B5EF4-FFF2-40B4-BE49-F238E27FC236}">
                <a16:creationId xmlns:a16="http://schemas.microsoft.com/office/drawing/2014/main" id="{48277826-04D1-4172-A374-9F69689FF513}"/>
              </a:ext>
            </a:extLst>
          </p:cNvPr>
          <p:cNvSpPr>
            <a:spLocks xmlns:a="http://schemas.openxmlformats.org/drawingml/2006/main" noGrp="1"/>
          </p:cNvSpPr>
          <p:nvPr/>
        </p:nvSpPr>
        <p:spPr>
          <a:xfrm xmlns:a="http://schemas.openxmlformats.org/drawingml/2006/main">
            <a:off x="3619500" y="27813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1,000 planned contenders: p95 4.100 s and one connection refusal.</a:t>
            </a:r>
          </a:p>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The run failed its latency and connection criteria.</a:t>
            </a:r>
          </a:p>
        </p:txBody>
      </p:sp>
      <p:sp>
        <p:nvSpPr>
          <p:cNvPr id="9" name="">
            <a:extLst xmlns:a="http://schemas.openxmlformats.org/drawingml/2006/main">
              <a:ext uri="{FF2B5EF4-FFF2-40B4-BE49-F238E27FC236}">
                <a16:creationId xmlns:a16="http://schemas.microsoft.com/office/drawing/2014/main" id="{DA9A6F99-5DE6-428F-8E4C-2902DD0D476A}"/>
              </a:ext>
            </a:extLst>
          </p:cNvPr>
          <p:cNvSpPr>
            <a:spLocks xmlns:a="http://schemas.openxmlformats.org/drawingml/2006/main" noGrp="1"/>
          </p:cNvSpPr>
          <p:nvPr/>
        </p:nvSpPr>
        <p:spPr>
          <a:xfrm xmlns:a="http://schemas.openxmlformats.org/drawingml/2006/main">
            <a:off x="609600" y="398145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Security and recovery</a:t>
            </a:r>
          </a:p>
        </p:txBody>
      </p:sp>
      <p:sp>
        <p:nvSpPr>
          <p:cNvPr id="10" name="">
            <a:extLst xmlns:a="http://schemas.openxmlformats.org/drawingml/2006/main">
              <a:ext uri="{FF2B5EF4-FFF2-40B4-BE49-F238E27FC236}">
                <a16:creationId xmlns:a16="http://schemas.microsoft.com/office/drawing/2014/main" id="{64DE3F91-D613-45B3-9F22-9640F2B9039A}"/>
              </a:ext>
            </a:extLst>
          </p:cNvPr>
          <p:cNvSpPr>
            <a:spLocks xmlns:a="http://schemas.openxmlformats.org/drawingml/2006/main" noGrp="1"/>
          </p:cNvSpPr>
          <p:nvPr/>
        </p:nvSpPr>
        <p:spPr>
          <a:xfrm xmlns:a="http://schemas.openxmlformats.org/drawingml/2006/main">
            <a:off x="3619500" y="39814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Passive, unauthenticated DAST and database-only restore.</a:t>
            </a:r>
          </a:p>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Two scoped dependency exceptions expire 17 Nov 2026.</a:t>
            </a:r>
          </a:p>
        </p:txBody>
      </p:sp>
      <p:sp>
        <p:nvSpPr>
          <p:cNvPr id="11" name="">
            <a:extLst xmlns:a="http://schemas.openxmlformats.org/drawingml/2006/main">
              <a:ext uri="{FF2B5EF4-FFF2-40B4-BE49-F238E27FC236}">
                <a16:creationId xmlns:a16="http://schemas.microsoft.com/office/drawing/2014/main" id="{58F35AC2-354A-4456-8E75-ADDDB0BA6B28}"/>
              </a:ext>
            </a:extLst>
          </p:cNvPr>
          <p:cNvSpPr>
            <a:spLocks xmlns:a="http://schemas.openxmlformats.org/drawingml/2006/main" noGrp="1"/>
          </p:cNvSpPr>
          <p:nvPr/>
        </p:nvSpPr>
        <p:spPr>
          <a:xfrm xmlns:a="http://schemas.openxmlformats.org/drawingml/2006/main">
            <a:off x="609600" y="521970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Product scope</a:t>
            </a:r>
          </a:p>
        </p:txBody>
      </p:sp>
      <p:sp>
        <p:nvSpPr>
          <p:cNvPr id="12" name="">
            <a:extLst xmlns:a="http://schemas.openxmlformats.org/drawingml/2006/main">
              <a:ext uri="{FF2B5EF4-FFF2-40B4-BE49-F238E27FC236}">
                <a16:creationId xmlns:a16="http://schemas.microsoft.com/office/drawing/2014/main" id="{53C6B250-7307-4C0D-9F98-1E7F6A450015}"/>
              </a:ext>
            </a:extLst>
          </p:cNvPr>
          <p:cNvSpPr>
            <a:spLocks xmlns:a="http://schemas.openxmlformats.org/drawingml/2006/main" noGrp="1"/>
          </p:cNvSpPr>
          <p:nvPr/>
        </p:nvSpPr>
        <p:spPr>
          <a:xfrm xmlns:a="http://schemas.openxmlformats.org/drawingml/2006/main">
            <a:off x="3619500" y="52197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Free-ticket lifecycle delivered. Paid checkout remains deferred.</a:t>
            </a:r>
          </a:p>
        </p:txBody>
      </p:sp>
      <p:cxnSp>
        <p:nvCxnSpPr>
          <p:cNvPr id="14" name="Footer rule">
            <a:extLst xmlns:a="http://schemas.openxmlformats.org/drawingml/2006/main">
              <a:ext uri="{FF2B5EF4-FFF2-40B4-BE49-F238E27FC236}">
                <a16:creationId xmlns:a16="http://schemas.microsoft.com/office/drawing/2014/main" id="{BB9B404A-8479-4D76-AF51-BC8C349FE20A}"/>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40110608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C615A5-861C-4FAD-B21E-EFDB249618B1}"/>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CI/CD VIDEO</a:t>
            </a:r>
          </a:p>
        </p:txBody>
      </p:sp>
      <p:sp>
        <p:nvSpPr>
          <p:cNvPr id="2" name="">
            <a:extLst xmlns:a="http://schemas.openxmlformats.org/drawingml/2006/main">
              <a:ext uri="{FF2B5EF4-FFF2-40B4-BE49-F238E27FC236}">
                <a16:creationId xmlns:a16="http://schemas.microsoft.com/office/drawing/2014/main" id="{0CC4AF5D-EF54-4E4A-97B0-578BA0B2D1A3}"/>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CI/CD demonstration</a:t>
            </a:r>
          </a:p>
        </p:txBody>
      </p:sp>
      <p:sp>
        <p:nvSpPr>
          <p:cNvPr id="3" name="">
            <a:extLst xmlns:a="http://schemas.openxmlformats.org/drawingml/2006/main">
              <a:ext uri="{FF2B5EF4-FFF2-40B4-BE49-F238E27FC236}">
                <a16:creationId xmlns:a16="http://schemas.microsoft.com/office/drawing/2014/main" id="{7F59F6F7-C4FF-4340-89CB-61EF56EC569C}"/>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9689CF5E-57E9-4E14-8F6B-1474C787EA98}"/>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22</a:t>
            </a:r>
          </a:p>
        </p:txBody>
      </p:sp>
      <p:pic>
        <p:nvPicPr>
          <p:cNvPr id="5" name="SEMS-CICD-Final-EN-ZH.mp4">
            <ns0:hlinkClick xmlns:ns0="http://schemas.openxmlformats.org/drawingml/2006/main" action="ppaction://media"/>
            <a:extLst xmlns:a="http://schemas.openxmlformats.org/drawingml/2006/main">
              <a:ext uri="{FF2B5EF4-FFF2-40B4-BE49-F238E27FC236}">
                <a16:creationId xmlns:a16="http://schemas.microsoft.com/office/drawing/2014/main" id="{13C2BB26-83C5-4462-BDBE-575F0AE886CB}"/>
              </a:ext>
            </a:extLst>
          </p:cNvPr>
          <p:cNvPicPr>
            <a:picLocks xmlns:a="http://schemas.openxmlformats.org/drawingml/2006/main" noChangeAspect="1"/>
          </p:cNvPicPr>
          <p:nvPr>
            <ns0:videoFile xmlns:ns0="http://schemas.openxmlformats.org/drawingml/2006/main" xmlns:ns1="http://schemas.openxmlformats.org/officeDocument/2006/relationships" ns1:link="rIdEmbeddedVideo"/>
            <p:extLst>
              <p:ext uri="{DAA4B4D4-6D71-4841-9C94-3DE7FCFB9230}">
                <p14:media xmlns:p14="http://schemas.microsoft.com/office/powerpoint/2010/main" xmlns:ns2="http://schemas.openxmlformats.org/officeDocument/2006/relationships" ns2:embed="rIdEmbeddedMedia"/>
              </p:ext>
            </p:extLst>
          </p:nvPr>
        </p:nvPicPr>
        <p:blipFill>
          <a:blip xmlns:r="http://schemas.openxmlformats.org/officeDocument/2006/relationships" xmlns:a="http://schemas.openxmlformats.org/drawingml/2006/main" r:embed="R86b7897715d94c0a"/>
          <a:stretch xmlns:a="http://schemas.openxmlformats.org/drawingml/2006/main"/>
        </p:blipFill>
        <p:spPr>
          <a:xfrm xmlns:a="http://schemas.openxmlformats.org/drawingml/2006/main">
            <a:off x="2286000" y="1714500"/>
            <a:ext cx="762000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CD7B56A-A2D8-4722-9D17-F3A74BA1B081}"/>
              </a:ext>
            </a:extLst>
          </p:cNvPr>
          <p:cNvSpPr>
            <a:spLocks xmlns:a="http://schemas.openxmlformats.org/drawingml/2006/main" noGrp="1"/>
          </p:cNvSpPr>
          <p:nvPr/>
        </p:nvSpPr>
        <p:spPr>
          <a:xfrm xmlns:a="http://schemas.openxmlformats.org/drawingml/2006/main">
            <a:off x="609600" y="6048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681"/>
                </a:solidFill>
                <a:latin typeface="Arial"/>
                <a:ea typeface="Arial"/>
                <a:cs typeface="Arial"/>
              </a:defRPr>
            </a:defPPr>
            <a:lvl1pPr>
              <a:buNone/>
              <a:defRPr sz="1650" b="0">
                <a:solidFill>
                  <a:srgbClr val="607681"/>
                </a:solidFill>
                <a:latin typeface="Arial"/>
                <a:ea typeface="Arial"/>
                <a:cs typeface="Arial"/>
              </a:defRPr>
            </a:lvl1pPr>
            <a:lvl2pPr>
              <a:buNone/>
              <a:defRPr sz="1650" b="0">
                <a:solidFill>
                  <a:srgbClr val="607681"/>
                </a:solidFill>
                <a:latin typeface="Arial"/>
                <a:ea typeface="Arial"/>
                <a:cs typeface="Arial"/>
              </a:defRPr>
            </a:lvl2pPr>
            <a:lvl3pPr>
              <a:buNone/>
              <a:defRPr sz="1650" b="0">
                <a:solidFill>
                  <a:srgbClr val="607681"/>
                </a:solidFill>
                <a:latin typeface="Arial"/>
                <a:ea typeface="Arial"/>
                <a:cs typeface="Arial"/>
              </a:defRPr>
            </a:lvl3pPr>
            <a:lvl4pPr>
              <a:buNone/>
              <a:defRPr sz="1650" b="0">
                <a:solidFill>
                  <a:srgbClr val="607681"/>
                </a:solidFill>
                <a:latin typeface="Arial"/>
                <a:ea typeface="Arial"/>
                <a:cs typeface="Arial"/>
              </a:defRPr>
            </a:lvl4pPr>
            <a:lvl5pPr>
              <a:buNone/>
              <a:defRPr sz="1650" b="0">
                <a:solidFill>
                  <a:srgbClr val="607681"/>
                </a:solidFill>
                <a:latin typeface="Arial"/>
                <a:ea typeface="Arial"/>
                <a:cs typeface="Arial"/>
              </a:defRPr>
            </a:lvl5pPr>
            <a:lvl6pPr>
              <a:buNone/>
              <a:defRPr sz="1650" b="0">
                <a:solidFill>
                  <a:srgbClr val="607681"/>
                </a:solidFill>
                <a:latin typeface="Arial"/>
                <a:ea typeface="Arial"/>
                <a:cs typeface="Arial"/>
              </a:defRPr>
            </a:lvl6pPr>
            <a:lvl7pPr>
              <a:buNone/>
              <a:defRPr sz="1650" b="0">
                <a:solidFill>
                  <a:srgbClr val="607681"/>
                </a:solidFill>
                <a:latin typeface="Arial"/>
                <a:ea typeface="Arial"/>
                <a:cs typeface="Arial"/>
              </a:defRPr>
            </a:lvl7pPr>
            <a:lvl8pPr>
              <a:buNone/>
              <a:defRPr sz="1650" b="0">
                <a:solidFill>
                  <a:srgbClr val="607681"/>
                </a:solidFill>
                <a:latin typeface="Arial"/>
                <a:ea typeface="Arial"/>
                <a:cs typeface="Arial"/>
              </a:defRPr>
            </a:lvl8pPr>
            <a:lvl9pPr>
              <a:buNone/>
              <a:defRPr sz="1650" b="0">
                <a:solidFill>
                  <a:srgbClr val="607681"/>
                </a:solidFill>
                <a:latin typeface="Arial"/>
                <a:ea typeface="Arial"/>
                <a:cs typeface="Arial"/>
              </a:defRPr>
            </a:lvl9pPr>
          </a:lstStyle>
          <a:p xmlns:a="http://schemas.openxmlformats.org/drawingml/2006/main">
            <a:pPr>
              <a:buNone/>
              <a:defRPr sz="1650" b="0">
                <a:solidFill>
                  <a:srgbClr val="607681"/>
                </a:solidFill>
                <a:latin typeface="Arial"/>
                <a:ea typeface="Arial"/>
                <a:cs typeface="Arial"/>
              </a:defRPr>
            </a:pPr>
            <a:r>
              <a:rPr sz="1650" b="0">
                <a:solidFill>
                  <a:srgbClr val="607681"/>
                </a:solidFill>
                <a:latin typeface="Arial"/>
                <a:ea typeface="Arial"/>
                <a:cs typeface="Arial"/>
              </a:rPr>
              <a:t>Historical CI/CD runs, edited walkthrough.</a:t>
            </a:r>
          </a:p>
        </p:txBody>
      </p:sp>
      <p:cxnSp>
        <p:nvCxnSpPr>
          <p:cNvPr id="8" name="Footer rule">
            <a:extLst xmlns:a="http://schemas.openxmlformats.org/drawingml/2006/main">
              <a:ext uri="{FF2B5EF4-FFF2-40B4-BE49-F238E27FC236}">
                <a16:creationId xmlns:a16="http://schemas.microsoft.com/office/drawing/2014/main" id="{5AF325B5-3268-479E-A608-1759604BA872}"/>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994591950"/>
      </p:ext>
    </p:extLst>
  </p:cSl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925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915509-C026-457B-A1EF-4B7F51A6D7F3}"/>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SYSTEM VIDEO</a:t>
            </a:r>
          </a:p>
        </p:txBody>
      </p:sp>
      <p:sp>
        <p:nvSpPr>
          <p:cNvPr id="2" name="">
            <a:extLst xmlns:a="http://schemas.openxmlformats.org/drawingml/2006/main">
              <a:ext uri="{FF2B5EF4-FFF2-40B4-BE49-F238E27FC236}">
                <a16:creationId xmlns:a16="http://schemas.microsoft.com/office/drawing/2014/main" id="{74C52843-6038-4FB5-9FAA-3804AFF914EA}"/>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System demonstration</a:t>
            </a:r>
          </a:p>
        </p:txBody>
      </p:sp>
      <p:sp>
        <p:nvSpPr>
          <p:cNvPr id="3" name="">
            <a:extLst xmlns:a="http://schemas.openxmlformats.org/drawingml/2006/main">
              <a:ext uri="{FF2B5EF4-FFF2-40B4-BE49-F238E27FC236}">
                <a16:creationId xmlns:a16="http://schemas.microsoft.com/office/drawing/2014/main" id="{89560E9D-0340-4652-859A-506EA2CCFD6C}"/>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32E5C194-0D2C-4FB5-B371-C9B60BC79895}"/>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23</a:t>
            </a:r>
          </a:p>
        </p:txBody>
      </p:sp>
      <p:pic>
        <p:nvPicPr>
          <p:cNvPr id="5" name="SEMS-System-Demo-Final-EN-ZH.mp4">
            <ns0:hlinkClick xmlns:ns0="http://schemas.openxmlformats.org/drawingml/2006/main" action="ppaction://media"/>
            <a:extLst xmlns:a="http://schemas.openxmlformats.org/drawingml/2006/main">
              <a:ext uri="{FF2B5EF4-FFF2-40B4-BE49-F238E27FC236}">
                <a16:creationId xmlns:a16="http://schemas.microsoft.com/office/drawing/2014/main" id="{125C77F8-38A6-4A62-A346-E148E40FEFE1}"/>
              </a:ext>
            </a:extLst>
          </p:cNvPr>
          <p:cNvPicPr>
            <a:picLocks xmlns:a="http://schemas.openxmlformats.org/drawingml/2006/main" noChangeAspect="1"/>
          </p:cNvPicPr>
          <p:nvPr>
            <ns0:videoFile xmlns:ns0="http://schemas.openxmlformats.org/drawingml/2006/main" xmlns:ns1="http://schemas.openxmlformats.org/officeDocument/2006/relationships" ns1:link="rIdEmbeddedVideo"/>
            <p:extLst>
              <p:ext uri="{DAA4B4D4-6D71-4841-9C94-3DE7FCFB9230}">
                <p14:media xmlns:p14="http://schemas.microsoft.com/office/powerpoint/2010/main" xmlns:ns2="http://schemas.openxmlformats.org/officeDocument/2006/relationships" ns2:embed="rIdEmbeddedMedia"/>
              </p:ext>
            </p:extLst>
          </p:nvPr>
        </p:nvPicPr>
        <p:blipFill>
          <a:blip xmlns:r="http://schemas.openxmlformats.org/officeDocument/2006/relationships" xmlns:a="http://schemas.openxmlformats.org/drawingml/2006/main" r:embed="R6f0d5a7c35ac4556"/>
          <a:stretch xmlns:a="http://schemas.openxmlformats.org/drawingml/2006/main"/>
        </p:blipFill>
        <p:spPr>
          <a:xfrm xmlns:a="http://schemas.openxmlformats.org/drawingml/2006/main">
            <a:off x="2286000" y="1714500"/>
            <a:ext cx="762000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3F53FB0-2E04-4B3A-9AA9-E6B9BCB17720}"/>
              </a:ext>
            </a:extLst>
          </p:cNvPr>
          <p:cNvSpPr>
            <a:spLocks xmlns:a="http://schemas.openxmlformats.org/drawingml/2006/main" noGrp="1"/>
          </p:cNvSpPr>
          <p:nvPr/>
        </p:nvSpPr>
        <p:spPr>
          <a:xfrm xmlns:a="http://schemas.openxmlformats.org/drawingml/2006/main">
            <a:off x="609600" y="6048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681"/>
                </a:solidFill>
                <a:latin typeface="Arial"/>
                <a:ea typeface="Arial"/>
                <a:cs typeface="Arial"/>
              </a:defRPr>
            </a:defPPr>
            <a:lvl1pPr>
              <a:buNone/>
              <a:defRPr sz="1650" b="0">
                <a:solidFill>
                  <a:srgbClr val="607681"/>
                </a:solidFill>
                <a:latin typeface="Arial"/>
                <a:ea typeface="Arial"/>
                <a:cs typeface="Arial"/>
              </a:defRPr>
            </a:lvl1pPr>
            <a:lvl2pPr>
              <a:buNone/>
              <a:defRPr sz="1650" b="0">
                <a:solidFill>
                  <a:srgbClr val="607681"/>
                </a:solidFill>
                <a:latin typeface="Arial"/>
                <a:ea typeface="Arial"/>
                <a:cs typeface="Arial"/>
              </a:defRPr>
            </a:lvl2pPr>
            <a:lvl3pPr>
              <a:buNone/>
              <a:defRPr sz="1650" b="0">
                <a:solidFill>
                  <a:srgbClr val="607681"/>
                </a:solidFill>
                <a:latin typeface="Arial"/>
                <a:ea typeface="Arial"/>
                <a:cs typeface="Arial"/>
              </a:defRPr>
            </a:lvl3pPr>
            <a:lvl4pPr>
              <a:buNone/>
              <a:defRPr sz="1650" b="0">
                <a:solidFill>
                  <a:srgbClr val="607681"/>
                </a:solidFill>
                <a:latin typeface="Arial"/>
                <a:ea typeface="Arial"/>
                <a:cs typeface="Arial"/>
              </a:defRPr>
            </a:lvl4pPr>
            <a:lvl5pPr>
              <a:buNone/>
              <a:defRPr sz="1650" b="0">
                <a:solidFill>
                  <a:srgbClr val="607681"/>
                </a:solidFill>
                <a:latin typeface="Arial"/>
                <a:ea typeface="Arial"/>
                <a:cs typeface="Arial"/>
              </a:defRPr>
            </a:lvl5pPr>
            <a:lvl6pPr>
              <a:buNone/>
              <a:defRPr sz="1650" b="0">
                <a:solidFill>
                  <a:srgbClr val="607681"/>
                </a:solidFill>
                <a:latin typeface="Arial"/>
                <a:ea typeface="Arial"/>
                <a:cs typeface="Arial"/>
              </a:defRPr>
            </a:lvl6pPr>
            <a:lvl7pPr>
              <a:buNone/>
              <a:defRPr sz="1650" b="0">
                <a:solidFill>
                  <a:srgbClr val="607681"/>
                </a:solidFill>
                <a:latin typeface="Arial"/>
                <a:ea typeface="Arial"/>
                <a:cs typeface="Arial"/>
              </a:defRPr>
            </a:lvl7pPr>
            <a:lvl8pPr>
              <a:buNone/>
              <a:defRPr sz="1650" b="0">
                <a:solidFill>
                  <a:srgbClr val="607681"/>
                </a:solidFill>
                <a:latin typeface="Arial"/>
                <a:ea typeface="Arial"/>
                <a:cs typeface="Arial"/>
              </a:defRPr>
            </a:lvl8pPr>
            <a:lvl9pPr>
              <a:buNone/>
              <a:defRPr sz="1650" b="0">
                <a:solidFill>
                  <a:srgbClr val="607681"/>
                </a:solidFill>
                <a:latin typeface="Arial"/>
                <a:ea typeface="Arial"/>
                <a:cs typeface="Arial"/>
              </a:defRPr>
            </a:lvl9pPr>
          </a:lstStyle>
          <a:p xmlns:a="http://schemas.openxmlformats.org/drawingml/2006/main">
            <a:pPr>
              <a:buNone/>
              <a:defRPr sz="1650" b="0">
                <a:solidFill>
                  <a:srgbClr val="607681"/>
                </a:solidFill>
                <a:latin typeface="Arial"/>
                <a:ea typeface="Arial"/>
                <a:cs typeface="Arial"/>
              </a:defRPr>
            </a:pPr>
            <a:r>
              <a:rPr sz="1650" b="0">
                <a:solidFill>
                  <a:srgbClr val="607681"/>
                </a:solidFill>
                <a:latin typeface="Arial"/>
                <a:ea typeface="Arial"/>
                <a:cs typeface="Arial"/>
              </a:rPr>
              <a:t>Recorded system demonstration.</a:t>
            </a:r>
          </a:p>
        </p:txBody>
      </p:sp>
      <p:cxnSp>
        <p:nvCxnSpPr>
          <p:cNvPr id="8" name="Footer rule">
            <a:extLst xmlns:a="http://schemas.openxmlformats.org/drawingml/2006/main">
              <a:ext uri="{FF2B5EF4-FFF2-40B4-BE49-F238E27FC236}">
                <a16:creationId xmlns:a16="http://schemas.microsoft.com/office/drawing/2014/main" id="{0F0C93F3-A692-4C7C-8892-E711C08F759E}"/>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111709851"/>
      </p:ext>
    </p:extLst>
  </p:cSl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925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9F46D1-6C7B-43C6-BF99-7319915DECB0}"/>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84E56E5A-9882-4C6B-AB6C-56DA64C35A98}"/>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Questions</a:t>
            </a:r>
          </a:p>
        </p:txBody>
      </p:sp>
      <p:sp>
        <p:nvSpPr>
          <p:cNvPr id="3" name="">
            <a:extLst xmlns:a="http://schemas.openxmlformats.org/drawingml/2006/main">
              <a:ext uri="{FF2B5EF4-FFF2-40B4-BE49-F238E27FC236}">
                <a16:creationId xmlns:a16="http://schemas.microsoft.com/office/drawing/2014/main" id="{4F13C7C7-CF84-4AD8-B50E-A00C1A8C2F40}"/>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2D3FF73B-69AD-4A3A-A9B5-C896557969C1}"/>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47462680-91FA-4905-8AB5-B0F992AA2A75}"/>
              </a:ext>
            </a:extLst>
          </p:cNvPr>
          <p:cNvSpPr>
            <a:spLocks xmlns:a="http://schemas.openxmlformats.org/drawingml/2006/main" noGrp="1"/>
          </p:cNvSpPr>
          <p:nvPr/>
        </p:nvSpPr>
        <p:spPr>
          <a:xfrm xmlns:a="http://schemas.openxmlformats.org/drawingml/2006/main">
            <a:off x="609600" y="2095500"/>
            <a:ext cx="10763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187B75"/>
                </a:solidFill>
                <a:latin typeface="Arial"/>
                <a:ea typeface="Arial"/>
                <a:cs typeface="Arial"/>
              </a:defRPr>
            </a:defPPr>
            <a:lvl1pPr>
              <a:buNone/>
              <a:defRPr sz="3225" b="0">
                <a:solidFill>
                  <a:srgbClr val="187B75"/>
                </a:solidFill>
                <a:latin typeface="Arial"/>
                <a:ea typeface="Arial"/>
                <a:cs typeface="Arial"/>
              </a:defRPr>
            </a:lvl1pPr>
            <a:lvl2pPr>
              <a:buNone/>
              <a:defRPr sz="3225" b="0">
                <a:solidFill>
                  <a:srgbClr val="187B75"/>
                </a:solidFill>
                <a:latin typeface="Arial"/>
                <a:ea typeface="Arial"/>
                <a:cs typeface="Arial"/>
              </a:defRPr>
            </a:lvl2pPr>
            <a:lvl3pPr>
              <a:buNone/>
              <a:defRPr sz="3225" b="0">
                <a:solidFill>
                  <a:srgbClr val="187B75"/>
                </a:solidFill>
                <a:latin typeface="Arial"/>
                <a:ea typeface="Arial"/>
                <a:cs typeface="Arial"/>
              </a:defRPr>
            </a:lvl3pPr>
            <a:lvl4pPr>
              <a:buNone/>
              <a:defRPr sz="3225" b="0">
                <a:solidFill>
                  <a:srgbClr val="187B75"/>
                </a:solidFill>
                <a:latin typeface="Arial"/>
                <a:ea typeface="Arial"/>
                <a:cs typeface="Arial"/>
              </a:defRPr>
            </a:lvl4pPr>
            <a:lvl5pPr>
              <a:buNone/>
              <a:defRPr sz="3225" b="0">
                <a:solidFill>
                  <a:srgbClr val="187B75"/>
                </a:solidFill>
                <a:latin typeface="Arial"/>
                <a:ea typeface="Arial"/>
                <a:cs typeface="Arial"/>
              </a:defRPr>
            </a:lvl5pPr>
            <a:lvl6pPr>
              <a:buNone/>
              <a:defRPr sz="3225" b="0">
                <a:solidFill>
                  <a:srgbClr val="187B75"/>
                </a:solidFill>
                <a:latin typeface="Arial"/>
                <a:ea typeface="Arial"/>
                <a:cs typeface="Arial"/>
              </a:defRPr>
            </a:lvl6pPr>
            <a:lvl7pPr>
              <a:buNone/>
              <a:defRPr sz="3225" b="0">
                <a:solidFill>
                  <a:srgbClr val="187B75"/>
                </a:solidFill>
                <a:latin typeface="Arial"/>
                <a:ea typeface="Arial"/>
                <a:cs typeface="Arial"/>
              </a:defRPr>
            </a:lvl7pPr>
            <a:lvl8pPr>
              <a:buNone/>
              <a:defRPr sz="3225" b="0">
                <a:solidFill>
                  <a:srgbClr val="187B75"/>
                </a:solidFill>
                <a:latin typeface="Arial"/>
                <a:ea typeface="Arial"/>
                <a:cs typeface="Arial"/>
              </a:defRPr>
            </a:lvl8pPr>
            <a:lvl9pPr>
              <a:buNone/>
              <a:defRPr sz="3225" b="0">
                <a:solidFill>
                  <a:srgbClr val="187B75"/>
                </a:solidFill>
                <a:latin typeface="Arial"/>
                <a:ea typeface="Arial"/>
                <a:cs typeface="Arial"/>
              </a:defRPr>
            </a:lvl9pPr>
          </a:lstStyle>
          <a:p xmlns:a="http://schemas.openxmlformats.org/drawingml/2006/main">
            <a:pPr>
              <a:buNone/>
              <a:defRPr sz="3225" b="0">
                <a:solidFill>
                  <a:srgbClr val="187B75"/>
                </a:solidFill>
                <a:latin typeface="Arial"/>
                <a:ea typeface="Arial"/>
                <a:cs typeface="Arial"/>
              </a:defRPr>
            </a:pPr>
            <a:r>
              <a:rPr sz="3225" b="0">
                <a:solidFill>
                  <a:srgbClr val="187B75"/>
                </a:solidFill>
                <a:latin typeface="Arial"/>
                <a:ea typeface="Arial"/>
                <a:cs typeface="Arial"/>
              </a:rPr>
              <a:t>Transaction consistency</a:t>
            </a:r>
          </a:p>
          <a:p xmlns:a="http://schemas.openxmlformats.org/drawingml/2006/main">
            <a:pPr>
              <a:buNone/>
              <a:defRPr sz="3225" b="0">
                <a:solidFill>
                  <a:srgbClr val="187B75"/>
                </a:solidFill>
                <a:latin typeface="Arial"/>
                <a:ea typeface="Arial"/>
                <a:cs typeface="Arial"/>
              </a:defRPr>
            </a:pPr>
            <a:r>
              <a:rPr sz="3225" b="0">
                <a:solidFill>
                  <a:srgbClr val="187B75"/>
                </a:solidFill>
                <a:latin typeface="Arial"/>
                <a:ea typeface="Arial"/>
                <a:cs typeface="Arial"/>
              </a:rPr>
              <a:t>Pattern choices</a:t>
            </a:r>
          </a:p>
          <a:p xmlns:a="http://schemas.openxmlformats.org/drawingml/2006/main">
            <a:pPr>
              <a:buNone/>
              <a:defRPr sz="3225" b="0">
                <a:solidFill>
                  <a:srgbClr val="187B75"/>
                </a:solidFill>
                <a:latin typeface="Arial"/>
                <a:ea typeface="Arial"/>
                <a:cs typeface="Arial"/>
              </a:defRPr>
            </a:pPr>
            <a:r>
              <a:rPr sz="3225" b="0">
                <a:solidFill>
                  <a:srgbClr val="187B75"/>
                </a:solidFill>
                <a:latin typeface="Arial"/>
                <a:ea typeface="Arial"/>
                <a:cs typeface="Arial"/>
              </a:rPr>
              <a:t>Authorization and audit</a:t>
            </a:r>
          </a:p>
          <a:p xmlns:a="http://schemas.openxmlformats.org/drawingml/2006/main">
            <a:pPr>
              <a:buNone/>
              <a:defRPr sz="3225" b="0">
                <a:solidFill>
                  <a:srgbClr val="187B75"/>
                </a:solidFill>
                <a:latin typeface="Arial"/>
                <a:ea typeface="Arial"/>
                <a:cs typeface="Arial"/>
              </a:defRPr>
            </a:pPr>
            <a:r>
              <a:rPr sz="3225" b="0">
                <a:solidFill>
                  <a:srgbClr val="187B75"/>
                </a:solidFill>
                <a:latin typeface="Arial"/>
                <a:ea typeface="Arial"/>
                <a:cs typeface="Arial"/>
              </a:rPr>
              <a:t>Measured capacity</a:t>
            </a:r>
          </a:p>
        </p:txBody>
      </p:sp>
      <p:cxnSp>
        <p:nvCxnSpPr>
          <p:cNvPr id="7" name="Footer rule">
            <a:extLst xmlns:a="http://schemas.openxmlformats.org/drawingml/2006/main">
              <a:ext uri="{FF2B5EF4-FFF2-40B4-BE49-F238E27FC236}">
                <a16:creationId xmlns:a16="http://schemas.microsoft.com/office/drawing/2014/main" id="{F9C59D91-3490-444C-AC4C-CB382A415E0A}"/>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51015081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017B4D7-38E4-45D9-AD89-7EE9D4264C8C}"/>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2F2F167F-319C-4E95-9743-05B916524BF9}"/>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Observer class dependencies</a:t>
            </a:r>
          </a:p>
        </p:txBody>
      </p:sp>
      <p:sp>
        <p:nvSpPr>
          <p:cNvPr id="3" name="">
            <a:extLst xmlns:a="http://schemas.openxmlformats.org/drawingml/2006/main">
              <a:ext uri="{FF2B5EF4-FFF2-40B4-BE49-F238E27FC236}">
                <a16:creationId xmlns:a16="http://schemas.microsoft.com/office/drawing/2014/main" id="{9E19D265-3903-48AB-AF58-F733131D8068}"/>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D71347A7-D26E-4028-8A90-2A51BAB027AE}"/>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035E8CCC-6681-407A-8FC3-A0FE501827A0}"/>
              </a:ext>
            </a:extLst>
          </p:cNvPr>
          <p:cNvSpPr>
            <a:spLocks xmlns:a="http://schemas.openxmlformats.org/drawingml/2006/main" noGrp="1"/>
          </p:cNvSpPr>
          <p:nvPr/>
        </p:nvSpPr>
        <p:spPr>
          <a:xfrm xmlns:a="http://schemas.openxmlformats.org/drawingml/2006/main">
            <a:off x="609600" y="1809750"/>
            <a:ext cx="3429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A6B6C34B-7F15-46CC-BD62-A95C68917776}"/>
              </a:ext>
            </a:extLst>
          </p:cNvPr>
          <p:cNvSpPr>
            <a:spLocks xmlns:a="http://schemas.openxmlformats.org/drawingml/2006/main" noGrp="1"/>
          </p:cNvSpPr>
          <p:nvPr/>
        </p:nvSpPr>
        <p:spPr>
          <a:xfrm xmlns:a="http://schemas.openxmlformats.org/drawingml/2006/main">
            <a:off x="685800" y="1924050"/>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BookingService</a:t>
            </a:r>
          </a:p>
        </p:txBody>
      </p:sp>
      <p:cxnSp>
        <p:nvCxnSpPr>
          <p:cNvPr id="7" name="">
            <a:extLst xmlns:a="http://schemas.openxmlformats.org/drawingml/2006/main">
              <a:ext uri="{FF2B5EF4-FFF2-40B4-BE49-F238E27FC236}">
                <a16:creationId xmlns:a16="http://schemas.microsoft.com/office/drawing/2014/main" id="{E250F8C8-8A71-48D4-8975-61601A51ABD5}"/>
              </a:ext>
            </a:extLst>
          </p:cNvPr>
          <p:cNvCxnSpPr/>
          <p:nvPr/>
        </p:nvCxnSpPr>
        <p:spPr>
          <a:xfrm xmlns:a="http://schemas.openxmlformats.org/drawingml/2006/main" flipH="0" flipV="0">
            <a:off x="609600" y="2305050"/>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8" name="">
            <a:extLst xmlns:a="http://schemas.openxmlformats.org/drawingml/2006/main">
              <a:ext uri="{FF2B5EF4-FFF2-40B4-BE49-F238E27FC236}">
                <a16:creationId xmlns:a16="http://schemas.microsoft.com/office/drawing/2014/main" id="{F843FCE0-D29C-4B8E-A9A9-8CB3BB9E8A49}"/>
              </a:ext>
            </a:extLst>
          </p:cNvPr>
          <p:cNvSpPr>
            <a:spLocks xmlns:a="http://schemas.openxmlformats.org/drawingml/2006/main" noGrp="1"/>
          </p:cNvSpPr>
          <p:nvPr/>
        </p:nvSpPr>
        <p:spPr>
          <a:xfrm xmlns:a="http://schemas.openxmlformats.org/drawingml/2006/main">
            <a:off x="723900" y="23812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create(user, key, input)</a:t>
            </a:r>
          </a:p>
        </p:txBody>
      </p:sp>
      <p:sp>
        <p:nvSpPr>
          <p:cNvPr id="9" name="">
            <a:extLst xmlns:a="http://schemas.openxmlformats.org/drawingml/2006/main">
              <a:ext uri="{FF2B5EF4-FFF2-40B4-BE49-F238E27FC236}">
                <a16:creationId xmlns:a16="http://schemas.microsoft.com/office/drawing/2014/main" id="{5B53AD4D-E833-414E-9989-D3B3AE79B966}"/>
              </a:ext>
            </a:extLst>
          </p:cNvPr>
          <p:cNvSpPr>
            <a:spLocks xmlns:a="http://schemas.openxmlformats.org/drawingml/2006/main" noGrp="1"/>
          </p:cNvSpPr>
          <p:nvPr/>
        </p:nvSpPr>
        <p:spPr>
          <a:xfrm xmlns:a="http://schemas.openxmlformats.org/drawingml/2006/main">
            <a:off x="609600" y="3857625"/>
            <a:ext cx="3429000"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0" name="">
            <a:extLst xmlns:a="http://schemas.openxmlformats.org/drawingml/2006/main">
              <a:ext uri="{FF2B5EF4-FFF2-40B4-BE49-F238E27FC236}">
                <a16:creationId xmlns:a16="http://schemas.microsoft.com/office/drawing/2014/main" id="{EA49343E-16AC-4EB9-8D3A-7C76F802705D}"/>
              </a:ext>
            </a:extLst>
          </p:cNvPr>
          <p:cNvSpPr>
            <a:spLocks xmlns:a="http://schemas.openxmlformats.org/drawingml/2006/main" noGrp="1"/>
          </p:cNvSpPr>
          <p:nvPr/>
        </p:nvSpPr>
        <p:spPr>
          <a:xfrm xmlns:a="http://schemas.openxmlformats.org/drawingml/2006/main">
            <a:off x="685800" y="392430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«interface»</a:t>
            </a:r>
          </a:p>
        </p:txBody>
      </p:sp>
      <p:sp>
        <p:nvSpPr>
          <p:cNvPr id="11" name="">
            <a:extLst xmlns:a="http://schemas.openxmlformats.org/drawingml/2006/main">
              <a:ext uri="{FF2B5EF4-FFF2-40B4-BE49-F238E27FC236}">
                <a16:creationId xmlns:a16="http://schemas.microsoft.com/office/drawing/2014/main" id="{428C2FAF-5705-4D2A-96AC-43027EE3831C}"/>
              </a:ext>
            </a:extLst>
          </p:cNvPr>
          <p:cNvSpPr>
            <a:spLocks xmlns:a="http://schemas.openxmlformats.org/drawingml/2006/main" noGrp="1"/>
          </p:cNvSpPr>
          <p:nvPr/>
        </p:nvSpPr>
        <p:spPr>
          <a:xfrm xmlns:a="http://schemas.openxmlformats.org/drawingml/2006/main">
            <a:off x="685800" y="4181475"/>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ApplicationEventPublisher</a:t>
            </a:r>
          </a:p>
        </p:txBody>
      </p:sp>
      <p:cxnSp>
        <p:nvCxnSpPr>
          <p:cNvPr id="12" name="">
            <a:extLst xmlns:a="http://schemas.openxmlformats.org/drawingml/2006/main">
              <a:ext uri="{FF2B5EF4-FFF2-40B4-BE49-F238E27FC236}">
                <a16:creationId xmlns:a16="http://schemas.microsoft.com/office/drawing/2014/main" id="{2991312B-ED3D-48B5-B1C8-BBDB5492DBF0}"/>
              </a:ext>
            </a:extLst>
          </p:cNvPr>
          <p:cNvCxnSpPr/>
          <p:nvPr/>
        </p:nvCxnSpPr>
        <p:spPr>
          <a:xfrm xmlns:a="http://schemas.openxmlformats.org/drawingml/2006/main" flipH="0" flipV="0">
            <a:off x="609600" y="4543425"/>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13" name="">
            <a:extLst xmlns:a="http://schemas.openxmlformats.org/drawingml/2006/main">
              <a:ext uri="{FF2B5EF4-FFF2-40B4-BE49-F238E27FC236}">
                <a16:creationId xmlns:a16="http://schemas.microsoft.com/office/drawing/2014/main" id="{1797C093-CF6F-4F36-BB4B-F46958F8C7EC}"/>
              </a:ext>
            </a:extLst>
          </p:cNvPr>
          <p:cNvSpPr>
            <a:spLocks xmlns:a="http://schemas.openxmlformats.org/drawingml/2006/main" noGrp="1"/>
          </p:cNvSpPr>
          <p:nvPr/>
        </p:nvSpPr>
        <p:spPr>
          <a:xfrm xmlns:a="http://schemas.openxmlformats.org/drawingml/2006/main">
            <a:off x="723900" y="4619625"/>
            <a:ext cx="320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publishEvent(event)</a:t>
            </a:r>
          </a:p>
        </p:txBody>
      </p:sp>
      <p:sp>
        <p:nvSpPr>
          <p:cNvPr id="14" name="">
            <a:extLst xmlns:a="http://schemas.openxmlformats.org/drawingml/2006/main">
              <a:ext uri="{FF2B5EF4-FFF2-40B4-BE49-F238E27FC236}">
                <a16:creationId xmlns:a16="http://schemas.microsoft.com/office/drawing/2014/main" id="{1DEAE105-AED9-4235-BF30-779EB8C4E000}"/>
              </a:ext>
            </a:extLst>
          </p:cNvPr>
          <p:cNvSpPr>
            <a:spLocks xmlns:a="http://schemas.openxmlformats.org/drawingml/2006/main" noGrp="1"/>
          </p:cNvSpPr>
          <p:nvPr/>
        </p:nvSpPr>
        <p:spPr>
          <a:xfrm xmlns:a="http://schemas.openxmlformats.org/drawingml/2006/main">
            <a:off x="4810125" y="1809750"/>
            <a:ext cx="295275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5" name="">
            <a:extLst xmlns:a="http://schemas.openxmlformats.org/drawingml/2006/main">
              <a:ext uri="{FF2B5EF4-FFF2-40B4-BE49-F238E27FC236}">
                <a16:creationId xmlns:a16="http://schemas.microsoft.com/office/drawing/2014/main" id="{EDFF99E3-0D91-4730-A1D1-151919E6DA1C}"/>
              </a:ext>
            </a:extLst>
          </p:cNvPr>
          <p:cNvSpPr>
            <a:spLocks xmlns:a="http://schemas.openxmlformats.org/drawingml/2006/main" noGrp="1"/>
          </p:cNvSpPr>
          <p:nvPr/>
        </p:nvSpPr>
        <p:spPr>
          <a:xfrm xmlns:a="http://schemas.openxmlformats.org/drawingml/2006/main">
            <a:off x="4886325" y="1876425"/>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«record»</a:t>
            </a:r>
          </a:p>
        </p:txBody>
      </p:sp>
      <p:sp>
        <p:nvSpPr>
          <p:cNvPr id="16" name="">
            <a:extLst xmlns:a="http://schemas.openxmlformats.org/drawingml/2006/main">
              <a:ext uri="{FF2B5EF4-FFF2-40B4-BE49-F238E27FC236}">
                <a16:creationId xmlns:a16="http://schemas.microsoft.com/office/drawing/2014/main" id="{E6AC6580-0588-44F3-9E91-278415ADE2C2}"/>
              </a:ext>
            </a:extLst>
          </p:cNvPr>
          <p:cNvSpPr>
            <a:spLocks xmlns:a="http://schemas.openxmlformats.org/drawingml/2006/main" noGrp="1"/>
          </p:cNvSpPr>
          <p:nvPr/>
        </p:nvSpPr>
        <p:spPr>
          <a:xfrm xmlns:a="http://schemas.openxmlformats.org/drawingml/2006/main">
            <a:off x="4886325" y="2133600"/>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173042"/>
                </a:solidFill>
                <a:latin typeface="Arial"/>
                <a:ea typeface="Arial"/>
                <a:cs typeface="Arial"/>
              </a:defRPr>
            </a:defPPr>
            <a:lvl1pPr algn="ctr">
              <a:buNone/>
              <a:defRPr sz="1650" b="1">
                <a:solidFill>
                  <a:srgbClr val="173042"/>
                </a:solidFill>
                <a:latin typeface="Arial"/>
                <a:ea typeface="Arial"/>
                <a:cs typeface="Arial"/>
              </a:defRPr>
            </a:lvl1pPr>
            <a:lvl2pPr algn="ctr">
              <a:buNone/>
              <a:defRPr sz="1650" b="1">
                <a:solidFill>
                  <a:srgbClr val="173042"/>
                </a:solidFill>
                <a:latin typeface="Arial"/>
                <a:ea typeface="Arial"/>
                <a:cs typeface="Arial"/>
              </a:defRPr>
            </a:lvl2pPr>
            <a:lvl3pPr algn="ctr">
              <a:buNone/>
              <a:defRPr sz="1650" b="1">
                <a:solidFill>
                  <a:srgbClr val="173042"/>
                </a:solidFill>
                <a:latin typeface="Arial"/>
                <a:ea typeface="Arial"/>
                <a:cs typeface="Arial"/>
              </a:defRPr>
            </a:lvl3pPr>
            <a:lvl4pPr algn="ctr">
              <a:buNone/>
              <a:defRPr sz="1650" b="1">
                <a:solidFill>
                  <a:srgbClr val="173042"/>
                </a:solidFill>
                <a:latin typeface="Arial"/>
                <a:ea typeface="Arial"/>
                <a:cs typeface="Arial"/>
              </a:defRPr>
            </a:lvl4pPr>
            <a:lvl5pPr algn="ctr">
              <a:buNone/>
              <a:defRPr sz="1650" b="1">
                <a:solidFill>
                  <a:srgbClr val="173042"/>
                </a:solidFill>
                <a:latin typeface="Arial"/>
                <a:ea typeface="Arial"/>
                <a:cs typeface="Arial"/>
              </a:defRPr>
            </a:lvl5pPr>
            <a:lvl6pPr algn="ctr">
              <a:buNone/>
              <a:defRPr sz="1650" b="1">
                <a:solidFill>
                  <a:srgbClr val="173042"/>
                </a:solidFill>
                <a:latin typeface="Arial"/>
                <a:ea typeface="Arial"/>
                <a:cs typeface="Arial"/>
              </a:defRPr>
            </a:lvl6pPr>
            <a:lvl7pPr algn="ctr">
              <a:buNone/>
              <a:defRPr sz="1650" b="1">
                <a:solidFill>
                  <a:srgbClr val="173042"/>
                </a:solidFill>
                <a:latin typeface="Arial"/>
                <a:ea typeface="Arial"/>
                <a:cs typeface="Arial"/>
              </a:defRPr>
            </a:lvl7pPr>
            <a:lvl8pPr algn="ctr">
              <a:buNone/>
              <a:defRPr sz="1650" b="1">
                <a:solidFill>
                  <a:srgbClr val="173042"/>
                </a:solidFill>
                <a:latin typeface="Arial"/>
                <a:ea typeface="Arial"/>
                <a:cs typeface="Arial"/>
              </a:defRPr>
            </a:lvl8pPr>
            <a:lvl9pPr algn="ctr">
              <a:buNone/>
              <a:defRPr sz="1650" b="1">
                <a:solidFill>
                  <a:srgbClr val="173042"/>
                </a:solidFill>
                <a:latin typeface="Arial"/>
                <a:ea typeface="Arial"/>
                <a:cs typeface="Arial"/>
              </a:defRPr>
            </a:lvl9pPr>
          </a:lstStyle>
          <a:p xmlns:a="http://schemas.openxmlformats.org/drawingml/2006/main">
            <a:pPr algn="ctr">
              <a:buNone/>
              <a:defRPr sz="1650" b="1">
                <a:solidFill>
                  <a:srgbClr val="173042"/>
                </a:solidFill>
                <a:latin typeface="Arial"/>
                <a:ea typeface="Arial"/>
                <a:cs typeface="Arial"/>
              </a:defRPr>
            </a:pPr>
            <a:r>
              <a:rPr sz="1650" b="1">
                <a:solidFill>
                  <a:srgbClr val="173042"/>
                </a:solidFill>
                <a:latin typeface="Arial"/>
                <a:ea typeface="Arial"/>
                <a:cs typeface="Arial"/>
              </a:rPr>
              <a:t>BookingConfirmed</a:t>
            </a:r>
          </a:p>
        </p:txBody>
      </p:sp>
      <p:cxnSp>
        <p:nvCxnSpPr>
          <p:cNvPr id="17" name="">
            <a:extLst xmlns:a="http://schemas.openxmlformats.org/drawingml/2006/main">
              <a:ext uri="{FF2B5EF4-FFF2-40B4-BE49-F238E27FC236}">
                <a16:creationId xmlns:a16="http://schemas.microsoft.com/office/drawing/2014/main" id="{79CB1ED7-5FB5-4642-90FE-9B0B6AEE617B}"/>
              </a:ext>
            </a:extLst>
          </p:cNvPr>
          <p:cNvCxnSpPr/>
          <p:nvPr/>
        </p:nvCxnSpPr>
        <p:spPr>
          <a:xfrm xmlns:a="http://schemas.openxmlformats.org/drawingml/2006/main" flipH="0" flipV="0">
            <a:off x="4810125" y="2495550"/>
            <a:ext cx="2952750" cy="0"/>
          </a:xfrm>
          <a:prstGeom xmlns:a="http://schemas.openxmlformats.org/drawingml/2006/main" prst="straightConnector1">
            <a:avLst/>
          </a:prstGeom>
          <a:ln xmlns:a="http://schemas.openxmlformats.org/drawingml/2006/main" w="15240">
            <a:solidFill>
              <a:srgbClr val="173042"/>
            </a:solidFill>
            <a:prstDash val="solid"/>
          </a:ln>
        </p:spPr>
      </p:cxnSp>
      <p:sp>
        <p:nvSpPr>
          <p:cNvPr id="18" name="">
            <a:extLst xmlns:a="http://schemas.openxmlformats.org/drawingml/2006/main">
              <a:ext uri="{FF2B5EF4-FFF2-40B4-BE49-F238E27FC236}">
                <a16:creationId xmlns:a16="http://schemas.microsoft.com/office/drawing/2014/main" id="{AB2BA71B-8F32-472E-B298-F583FFEF0904}"/>
              </a:ext>
            </a:extLst>
          </p:cNvPr>
          <p:cNvSpPr>
            <a:spLocks xmlns:a="http://schemas.openxmlformats.org/drawingml/2006/main" noGrp="1"/>
          </p:cNvSpPr>
          <p:nvPr/>
        </p:nvSpPr>
        <p:spPr>
          <a:xfrm xmlns:a="http://schemas.openxmlformats.org/drawingml/2006/main">
            <a:off x="4924425" y="2571750"/>
            <a:ext cx="2724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bookingId : UUID</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eventId : UUID</a:t>
            </a:r>
          </a:p>
        </p:txBody>
      </p:sp>
      <p:cxnSp>
        <p:nvCxnSpPr>
          <p:cNvPr id="19" name="">
            <a:extLst xmlns:a="http://schemas.openxmlformats.org/drawingml/2006/main">
              <a:ext uri="{FF2B5EF4-FFF2-40B4-BE49-F238E27FC236}">
                <a16:creationId xmlns:a16="http://schemas.microsoft.com/office/drawing/2014/main" id="{48264C2B-52A5-4E29-BF49-76D627FC01C4}"/>
              </a:ext>
            </a:extLst>
          </p:cNvPr>
          <p:cNvCxnSpPr/>
          <p:nvPr/>
        </p:nvCxnSpPr>
        <p:spPr>
          <a:xfrm xmlns:a="http://schemas.openxmlformats.org/drawingml/2006/main" flipH="0" flipV="0">
            <a:off x="4810125" y="3105150"/>
            <a:ext cx="2952750" cy="0"/>
          </a:xfrm>
          <a:prstGeom xmlns:a="http://schemas.openxmlformats.org/drawingml/2006/main" prst="straightConnector1">
            <a:avLst/>
          </a:prstGeom>
          <a:ln xmlns:a="http://schemas.openxmlformats.org/drawingml/2006/main" w="15240">
            <a:solidFill>
              <a:srgbClr val="173042"/>
            </a:solidFill>
            <a:prstDash val="solid"/>
          </a:ln>
        </p:spPr>
      </p:cxnSp>
      <p:sp>
        <p:nvSpPr>
          <p:cNvPr id="20" name="">
            <a:extLst xmlns:a="http://schemas.openxmlformats.org/drawingml/2006/main">
              <a:ext uri="{FF2B5EF4-FFF2-40B4-BE49-F238E27FC236}">
                <a16:creationId xmlns:a16="http://schemas.microsoft.com/office/drawing/2014/main" id="{6D9ED2B7-7D61-406A-A0DA-2C3AEBA87423}"/>
              </a:ext>
            </a:extLst>
          </p:cNvPr>
          <p:cNvSpPr>
            <a:spLocks xmlns:a="http://schemas.openxmlformats.org/drawingml/2006/main" noGrp="1"/>
          </p:cNvSpPr>
          <p:nvPr/>
        </p:nvSpPr>
        <p:spPr>
          <a:xfrm xmlns:a="http://schemas.openxmlformats.org/drawingml/2006/main">
            <a:off x="8096250" y="1809750"/>
            <a:ext cx="3476625"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1" name="">
            <a:extLst xmlns:a="http://schemas.openxmlformats.org/drawingml/2006/main">
              <a:ext uri="{FF2B5EF4-FFF2-40B4-BE49-F238E27FC236}">
                <a16:creationId xmlns:a16="http://schemas.microsoft.com/office/drawing/2014/main" id="{C954C765-3466-4550-965E-51668137AB81}"/>
              </a:ext>
            </a:extLst>
          </p:cNvPr>
          <p:cNvSpPr>
            <a:spLocks xmlns:a="http://schemas.openxmlformats.org/drawingml/2006/main" noGrp="1"/>
          </p:cNvSpPr>
          <p:nvPr/>
        </p:nvSpPr>
        <p:spPr>
          <a:xfrm xmlns:a="http://schemas.openxmlformats.org/drawingml/2006/main">
            <a:off x="8172450" y="1924050"/>
            <a:ext cx="3324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BookingConfirmationListener</a:t>
            </a:r>
          </a:p>
        </p:txBody>
      </p:sp>
      <p:cxnSp>
        <p:nvCxnSpPr>
          <p:cNvPr id="22" name="">
            <a:extLst xmlns:a="http://schemas.openxmlformats.org/drawingml/2006/main">
              <a:ext uri="{FF2B5EF4-FFF2-40B4-BE49-F238E27FC236}">
                <a16:creationId xmlns:a16="http://schemas.microsoft.com/office/drawing/2014/main" id="{7397A254-710A-409A-A6B5-60785DE997ED}"/>
              </a:ext>
            </a:extLst>
          </p:cNvPr>
          <p:cNvCxnSpPr/>
          <p:nvPr/>
        </p:nvCxnSpPr>
        <p:spPr>
          <a:xfrm xmlns:a="http://schemas.openxmlformats.org/drawingml/2006/main" flipH="0" flipV="0">
            <a:off x="8096250" y="2305050"/>
            <a:ext cx="3476625" cy="0"/>
          </a:xfrm>
          <a:prstGeom xmlns:a="http://schemas.openxmlformats.org/drawingml/2006/main" prst="straightConnector1">
            <a:avLst/>
          </a:prstGeom>
          <a:ln xmlns:a="http://schemas.openxmlformats.org/drawingml/2006/main" w="15240">
            <a:solidFill>
              <a:srgbClr val="173042"/>
            </a:solidFill>
            <a:prstDash val="solid"/>
          </a:ln>
        </p:spPr>
      </p:cxnSp>
      <p:sp>
        <p:nvSpPr>
          <p:cNvPr id="23" name="">
            <a:extLst xmlns:a="http://schemas.openxmlformats.org/drawingml/2006/main">
              <a:ext uri="{FF2B5EF4-FFF2-40B4-BE49-F238E27FC236}">
                <a16:creationId xmlns:a16="http://schemas.microsoft.com/office/drawing/2014/main" id="{CCF45989-DF9C-43BB-9FB0-CE66B95A0AE8}"/>
              </a:ext>
            </a:extLst>
          </p:cNvPr>
          <p:cNvSpPr>
            <a:spLocks xmlns:a="http://schemas.openxmlformats.org/drawingml/2006/main" noGrp="1"/>
          </p:cNvSpPr>
          <p:nvPr/>
        </p:nvSpPr>
        <p:spPr>
          <a:xfrm xmlns:a="http://schemas.openxmlformats.org/drawingml/2006/main">
            <a:off x="8210550" y="2381250"/>
            <a:ext cx="32480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confirmed(event)</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{EventListener, MANDATORY}</a:t>
            </a:r>
          </a:p>
        </p:txBody>
      </p:sp>
      <p:sp>
        <p:nvSpPr>
          <p:cNvPr id="24" name="">
            <a:extLst xmlns:a="http://schemas.openxmlformats.org/drawingml/2006/main">
              <a:ext uri="{FF2B5EF4-FFF2-40B4-BE49-F238E27FC236}">
                <a16:creationId xmlns:a16="http://schemas.microsoft.com/office/drawing/2014/main" id="{CA89B4E4-0E09-4C6A-A61A-BA4FA4BBDF13}"/>
              </a:ext>
            </a:extLst>
          </p:cNvPr>
          <p:cNvSpPr>
            <a:spLocks xmlns:a="http://schemas.openxmlformats.org/drawingml/2006/main" noGrp="1"/>
          </p:cNvSpPr>
          <p:nvPr/>
        </p:nvSpPr>
        <p:spPr>
          <a:xfrm xmlns:a="http://schemas.openxmlformats.org/drawingml/2006/main">
            <a:off x="8096250" y="3952875"/>
            <a:ext cx="3476625"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5" name="">
            <a:extLst xmlns:a="http://schemas.openxmlformats.org/drawingml/2006/main">
              <a:ext uri="{FF2B5EF4-FFF2-40B4-BE49-F238E27FC236}">
                <a16:creationId xmlns:a16="http://schemas.microsoft.com/office/drawing/2014/main" id="{53C44679-1450-4EA2-A60F-8854E7FAF954}"/>
              </a:ext>
            </a:extLst>
          </p:cNvPr>
          <p:cNvSpPr>
            <a:spLocks xmlns:a="http://schemas.openxmlformats.org/drawingml/2006/main" noGrp="1"/>
          </p:cNvSpPr>
          <p:nvPr/>
        </p:nvSpPr>
        <p:spPr>
          <a:xfrm xmlns:a="http://schemas.openxmlformats.org/drawingml/2006/main">
            <a:off x="8172450" y="4067175"/>
            <a:ext cx="3324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173042"/>
                </a:solidFill>
                <a:latin typeface="Arial"/>
                <a:ea typeface="Arial"/>
                <a:cs typeface="Arial"/>
              </a:defRPr>
            </a:defPPr>
            <a:lvl1pPr algn="ctr">
              <a:buNone/>
              <a:defRPr sz="1575" b="1">
                <a:solidFill>
                  <a:srgbClr val="173042"/>
                </a:solidFill>
                <a:latin typeface="Arial"/>
                <a:ea typeface="Arial"/>
                <a:cs typeface="Arial"/>
              </a:defRPr>
            </a:lvl1pPr>
            <a:lvl2pPr algn="ctr">
              <a:buNone/>
              <a:defRPr sz="1575" b="1">
                <a:solidFill>
                  <a:srgbClr val="173042"/>
                </a:solidFill>
                <a:latin typeface="Arial"/>
                <a:ea typeface="Arial"/>
                <a:cs typeface="Arial"/>
              </a:defRPr>
            </a:lvl2pPr>
            <a:lvl3pPr algn="ctr">
              <a:buNone/>
              <a:defRPr sz="1575" b="1">
                <a:solidFill>
                  <a:srgbClr val="173042"/>
                </a:solidFill>
                <a:latin typeface="Arial"/>
                <a:ea typeface="Arial"/>
                <a:cs typeface="Arial"/>
              </a:defRPr>
            </a:lvl3pPr>
            <a:lvl4pPr algn="ctr">
              <a:buNone/>
              <a:defRPr sz="1575" b="1">
                <a:solidFill>
                  <a:srgbClr val="173042"/>
                </a:solidFill>
                <a:latin typeface="Arial"/>
                <a:ea typeface="Arial"/>
                <a:cs typeface="Arial"/>
              </a:defRPr>
            </a:lvl4pPr>
            <a:lvl5pPr algn="ctr">
              <a:buNone/>
              <a:defRPr sz="1575" b="1">
                <a:solidFill>
                  <a:srgbClr val="173042"/>
                </a:solidFill>
                <a:latin typeface="Arial"/>
                <a:ea typeface="Arial"/>
                <a:cs typeface="Arial"/>
              </a:defRPr>
            </a:lvl5pPr>
            <a:lvl6pPr algn="ctr">
              <a:buNone/>
              <a:defRPr sz="1575" b="1">
                <a:solidFill>
                  <a:srgbClr val="173042"/>
                </a:solidFill>
                <a:latin typeface="Arial"/>
                <a:ea typeface="Arial"/>
                <a:cs typeface="Arial"/>
              </a:defRPr>
            </a:lvl6pPr>
            <a:lvl7pPr algn="ctr">
              <a:buNone/>
              <a:defRPr sz="1575" b="1">
                <a:solidFill>
                  <a:srgbClr val="173042"/>
                </a:solidFill>
                <a:latin typeface="Arial"/>
                <a:ea typeface="Arial"/>
                <a:cs typeface="Arial"/>
              </a:defRPr>
            </a:lvl7pPr>
            <a:lvl8pPr algn="ctr">
              <a:buNone/>
              <a:defRPr sz="1575" b="1">
                <a:solidFill>
                  <a:srgbClr val="173042"/>
                </a:solidFill>
                <a:latin typeface="Arial"/>
                <a:ea typeface="Arial"/>
                <a:cs typeface="Arial"/>
              </a:defRPr>
            </a:lvl8pPr>
            <a:lvl9pPr algn="ctr">
              <a:buNone/>
              <a:defRPr sz="1575" b="1">
                <a:solidFill>
                  <a:srgbClr val="173042"/>
                </a:solidFill>
                <a:latin typeface="Arial"/>
                <a:ea typeface="Arial"/>
                <a:cs typeface="Arial"/>
              </a:defRPr>
            </a:lvl9pPr>
          </a:lstStyle>
          <a:p xmlns:a="http://schemas.openxmlformats.org/drawingml/2006/main">
            <a:pPr algn="ctr">
              <a:buNone/>
              <a:defRPr sz="1575" b="1">
                <a:solidFill>
                  <a:srgbClr val="173042"/>
                </a:solidFill>
                <a:latin typeface="Arial"/>
                <a:ea typeface="Arial"/>
                <a:cs typeface="Arial"/>
              </a:defRPr>
            </a:pPr>
            <a:r>
              <a:rPr sz="1575" b="1">
                <a:solidFill>
                  <a:srgbClr val="173042"/>
                </a:solidFill>
                <a:latin typeface="Arial"/>
                <a:ea typeface="Arial"/>
                <a:cs typeface="Arial"/>
              </a:rPr>
              <a:t>BookingNotificationListener</a:t>
            </a:r>
          </a:p>
        </p:txBody>
      </p:sp>
      <p:cxnSp>
        <p:nvCxnSpPr>
          <p:cNvPr id="26" name="">
            <a:extLst xmlns:a="http://schemas.openxmlformats.org/drawingml/2006/main">
              <a:ext uri="{FF2B5EF4-FFF2-40B4-BE49-F238E27FC236}">
                <a16:creationId xmlns:a16="http://schemas.microsoft.com/office/drawing/2014/main" id="{7855F0B0-128C-403A-BAA3-926658E56F91}"/>
              </a:ext>
            </a:extLst>
          </p:cNvPr>
          <p:cNvCxnSpPr/>
          <p:nvPr/>
        </p:nvCxnSpPr>
        <p:spPr>
          <a:xfrm xmlns:a="http://schemas.openxmlformats.org/drawingml/2006/main" flipH="0" flipV="0">
            <a:off x="8096250" y="4448175"/>
            <a:ext cx="3476625" cy="0"/>
          </a:xfrm>
          <a:prstGeom xmlns:a="http://schemas.openxmlformats.org/drawingml/2006/main" prst="straightConnector1">
            <a:avLst/>
          </a:prstGeom>
          <a:ln xmlns:a="http://schemas.openxmlformats.org/drawingml/2006/main" w="15240">
            <a:solidFill>
              <a:srgbClr val="173042"/>
            </a:solidFill>
            <a:prstDash val="solid"/>
          </a:ln>
        </p:spPr>
      </p:cxnSp>
      <p:sp>
        <p:nvSpPr>
          <p:cNvPr id="27" name="">
            <a:extLst xmlns:a="http://schemas.openxmlformats.org/drawingml/2006/main">
              <a:ext uri="{FF2B5EF4-FFF2-40B4-BE49-F238E27FC236}">
                <a16:creationId xmlns:a16="http://schemas.microsoft.com/office/drawing/2014/main" id="{482C74F3-358D-4A8B-8FCA-F6B8332EDC9B}"/>
              </a:ext>
            </a:extLst>
          </p:cNvPr>
          <p:cNvSpPr>
            <a:spLocks xmlns:a="http://schemas.openxmlformats.org/drawingml/2006/main" noGrp="1"/>
          </p:cNvSpPr>
          <p:nvPr/>
        </p:nvSpPr>
        <p:spPr>
          <a:xfrm xmlns:a="http://schemas.openxmlformats.org/drawingml/2006/main">
            <a:off x="8210550" y="4524375"/>
            <a:ext cx="32480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confirmed(event)</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{EventListener, MANDATORY}</a:t>
            </a:r>
          </a:p>
        </p:txBody>
      </p:sp>
      <p:cxnSp>
        <p:nvCxnSpPr>
          <p:cNvPr id="28" name="">
            <a:extLst xmlns:a="http://schemas.openxmlformats.org/drawingml/2006/main">
              <a:ext uri="{FF2B5EF4-FFF2-40B4-BE49-F238E27FC236}">
                <a16:creationId xmlns:a16="http://schemas.microsoft.com/office/drawing/2014/main" id="{2142962B-A855-4F5A-B49B-28C86DAAD2CE}"/>
              </a:ext>
            </a:extLst>
          </p:cNvPr>
          <p:cNvCxnSpPr/>
          <p:nvPr/>
        </p:nvCxnSpPr>
        <p:spPr>
          <a:xfrm xmlns:a="http://schemas.openxmlformats.org/drawingml/2006/main" flipH="0" flipV="0">
            <a:off x="2324100" y="2905125"/>
            <a:ext cx="0" cy="95250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29" name="">
            <a:extLst xmlns:a="http://schemas.openxmlformats.org/drawingml/2006/main">
              <a:ext uri="{FF2B5EF4-FFF2-40B4-BE49-F238E27FC236}">
                <a16:creationId xmlns:a16="http://schemas.microsoft.com/office/drawing/2014/main" id="{AE45BE1C-5965-4D68-957B-E83B34D97EB7}"/>
              </a:ext>
            </a:extLst>
          </p:cNvPr>
          <p:cNvSpPr>
            <a:spLocks xmlns:a="http://schemas.openxmlformats.org/drawingml/2006/main" noGrp="1"/>
          </p:cNvSpPr>
          <p:nvPr/>
        </p:nvSpPr>
        <p:spPr>
          <a:xfrm xmlns:a="http://schemas.openxmlformats.org/drawingml/2006/main">
            <a:off x="1609725" y="30765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607681"/>
                </a:solidFill>
                <a:latin typeface="Arial"/>
                <a:ea typeface="Arial"/>
                <a:cs typeface="Arial"/>
              </a:defRPr>
            </a:defPPr>
            <a:lvl1pPr algn="ctr">
              <a:buNone/>
              <a:defRPr sz="1350" b="0">
                <a:solidFill>
                  <a:srgbClr val="607681"/>
                </a:solidFill>
                <a:latin typeface="Arial"/>
                <a:ea typeface="Arial"/>
                <a:cs typeface="Arial"/>
              </a:defRPr>
            </a:lvl1pPr>
            <a:lvl2pPr algn="ctr">
              <a:buNone/>
              <a:defRPr sz="1350" b="0">
                <a:solidFill>
                  <a:srgbClr val="607681"/>
                </a:solidFill>
                <a:latin typeface="Arial"/>
                <a:ea typeface="Arial"/>
                <a:cs typeface="Arial"/>
              </a:defRPr>
            </a:lvl2pPr>
            <a:lvl3pPr algn="ctr">
              <a:buNone/>
              <a:defRPr sz="1350" b="0">
                <a:solidFill>
                  <a:srgbClr val="607681"/>
                </a:solidFill>
                <a:latin typeface="Arial"/>
                <a:ea typeface="Arial"/>
                <a:cs typeface="Arial"/>
              </a:defRPr>
            </a:lvl3pPr>
            <a:lvl4pPr algn="ctr">
              <a:buNone/>
              <a:defRPr sz="1350" b="0">
                <a:solidFill>
                  <a:srgbClr val="607681"/>
                </a:solidFill>
                <a:latin typeface="Arial"/>
                <a:ea typeface="Arial"/>
                <a:cs typeface="Arial"/>
              </a:defRPr>
            </a:lvl4pPr>
            <a:lvl5pPr algn="ctr">
              <a:buNone/>
              <a:defRPr sz="1350" b="0">
                <a:solidFill>
                  <a:srgbClr val="607681"/>
                </a:solidFill>
                <a:latin typeface="Arial"/>
                <a:ea typeface="Arial"/>
                <a:cs typeface="Arial"/>
              </a:defRPr>
            </a:lvl5pPr>
            <a:lvl6pPr algn="ctr">
              <a:buNone/>
              <a:defRPr sz="1350" b="0">
                <a:solidFill>
                  <a:srgbClr val="607681"/>
                </a:solidFill>
                <a:latin typeface="Arial"/>
                <a:ea typeface="Arial"/>
                <a:cs typeface="Arial"/>
              </a:defRPr>
            </a:lvl6pPr>
            <a:lvl7pPr algn="ctr">
              <a:buNone/>
              <a:defRPr sz="1350" b="0">
                <a:solidFill>
                  <a:srgbClr val="607681"/>
                </a:solidFill>
                <a:latin typeface="Arial"/>
                <a:ea typeface="Arial"/>
                <a:cs typeface="Arial"/>
              </a:defRPr>
            </a:lvl7pPr>
            <a:lvl8pPr algn="ctr">
              <a:buNone/>
              <a:defRPr sz="1350" b="0">
                <a:solidFill>
                  <a:srgbClr val="607681"/>
                </a:solidFill>
                <a:latin typeface="Arial"/>
                <a:ea typeface="Arial"/>
                <a:cs typeface="Arial"/>
              </a:defRPr>
            </a:lvl8pPr>
            <a:lvl9pPr algn="ctr">
              <a:buNone/>
              <a:defRPr sz="1350" b="0">
                <a:solidFill>
                  <a:srgbClr val="607681"/>
                </a:solidFill>
                <a:latin typeface="Arial"/>
                <a:ea typeface="Arial"/>
                <a:cs typeface="Arial"/>
              </a:defRPr>
            </a:lvl9pPr>
          </a:lstStyle>
          <a:p xmlns:a="http://schemas.openxmlformats.org/drawingml/2006/main">
            <a:pPr algn="ctr">
              <a:buNone/>
              <a:defRPr sz="1350" b="0">
                <a:solidFill>
                  <a:srgbClr val="607681"/>
                </a:solidFill>
                <a:latin typeface="Arial"/>
                <a:ea typeface="Arial"/>
                <a:cs typeface="Arial"/>
              </a:defRPr>
            </a:pPr>
            <a:r>
              <a:rPr sz="1350" b="0">
                <a:solidFill>
                  <a:srgbClr val="607681"/>
                </a:solidFill>
                <a:latin typeface="Arial"/>
                <a:ea typeface="Arial"/>
                <a:cs typeface="Arial"/>
              </a:rPr>
              <a:t>uses</a:t>
            </a:r>
          </a:p>
        </p:txBody>
      </p:sp>
      <p:cxnSp>
        <p:nvCxnSpPr>
          <p:cNvPr id="30" name="">
            <a:extLst xmlns:a="http://schemas.openxmlformats.org/drawingml/2006/main">
              <a:ext uri="{FF2B5EF4-FFF2-40B4-BE49-F238E27FC236}">
                <a16:creationId xmlns:a16="http://schemas.microsoft.com/office/drawing/2014/main" id="{5B78FF51-256D-49BA-A701-6AA41386C80F}"/>
              </a:ext>
            </a:extLst>
          </p:cNvPr>
          <p:cNvCxnSpPr/>
          <p:nvPr/>
        </p:nvCxnSpPr>
        <p:spPr>
          <a:xfrm xmlns:a="http://schemas.openxmlformats.org/drawingml/2006/main" flipH="0" flipV="0">
            <a:off x="4038600" y="2357438"/>
            <a:ext cx="771525" cy="142875"/>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31" name="">
            <a:extLst xmlns:a="http://schemas.openxmlformats.org/drawingml/2006/main">
              <a:ext uri="{FF2B5EF4-FFF2-40B4-BE49-F238E27FC236}">
                <a16:creationId xmlns:a16="http://schemas.microsoft.com/office/drawing/2014/main" id="{4C822A81-D333-41C6-9F54-EF4652BA9A8E}"/>
              </a:ext>
            </a:extLst>
          </p:cNvPr>
          <p:cNvSpPr>
            <a:spLocks xmlns:a="http://schemas.openxmlformats.org/drawingml/2006/main" noGrp="1"/>
          </p:cNvSpPr>
          <p:nvPr/>
        </p:nvSpPr>
        <p:spPr>
          <a:xfrm xmlns:a="http://schemas.openxmlformats.org/drawingml/2006/main">
            <a:off x="3709988" y="2124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607681"/>
                </a:solidFill>
                <a:latin typeface="Arial"/>
                <a:ea typeface="Arial"/>
                <a:cs typeface="Arial"/>
              </a:defRPr>
            </a:defPPr>
            <a:lvl1pPr algn="ctr">
              <a:buNone/>
              <a:defRPr sz="1350" b="0">
                <a:solidFill>
                  <a:srgbClr val="607681"/>
                </a:solidFill>
                <a:latin typeface="Arial"/>
                <a:ea typeface="Arial"/>
                <a:cs typeface="Arial"/>
              </a:defRPr>
            </a:lvl1pPr>
            <a:lvl2pPr algn="ctr">
              <a:buNone/>
              <a:defRPr sz="1350" b="0">
                <a:solidFill>
                  <a:srgbClr val="607681"/>
                </a:solidFill>
                <a:latin typeface="Arial"/>
                <a:ea typeface="Arial"/>
                <a:cs typeface="Arial"/>
              </a:defRPr>
            </a:lvl2pPr>
            <a:lvl3pPr algn="ctr">
              <a:buNone/>
              <a:defRPr sz="1350" b="0">
                <a:solidFill>
                  <a:srgbClr val="607681"/>
                </a:solidFill>
                <a:latin typeface="Arial"/>
                <a:ea typeface="Arial"/>
                <a:cs typeface="Arial"/>
              </a:defRPr>
            </a:lvl3pPr>
            <a:lvl4pPr algn="ctr">
              <a:buNone/>
              <a:defRPr sz="1350" b="0">
                <a:solidFill>
                  <a:srgbClr val="607681"/>
                </a:solidFill>
                <a:latin typeface="Arial"/>
                <a:ea typeface="Arial"/>
                <a:cs typeface="Arial"/>
              </a:defRPr>
            </a:lvl4pPr>
            <a:lvl5pPr algn="ctr">
              <a:buNone/>
              <a:defRPr sz="1350" b="0">
                <a:solidFill>
                  <a:srgbClr val="607681"/>
                </a:solidFill>
                <a:latin typeface="Arial"/>
                <a:ea typeface="Arial"/>
                <a:cs typeface="Arial"/>
              </a:defRPr>
            </a:lvl5pPr>
            <a:lvl6pPr algn="ctr">
              <a:buNone/>
              <a:defRPr sz="1350" b="0">
                <a:solidFill>
                  <a:srgbClr val="607681"/>
                </a:solidFill>
                <a:latin typeface="Arial"/>
                <a:ea typeface="Arial"/>
                <a:cs typeface="Arial"/>
              </a:defRPr>
            </a:lvl6pPr>
            <a:lvl7pPr algn="ctr">
              <a:buNone/>
              <a:defRPr sz="1350" b="0">
                <a:solidFill>
                  <a:srgbClr val="607681"/>
                </a:solidFill>
                <a:latin typeface="Arial"/>
                <a:ea typeface="Arial"/>
                <a:cs typeface="Arial"/>
              </a:defRPr>
            </a:lvl7pPr>
            <a:lvl8pPr algn="ctr">
              <a:buNone/>
              <a:defRPr sz="1350" b="0">
                <a:solidFill>
                  <a:srgbClr val="607681"/>
                </a:solidFill>
                <a:latin typeface="Arial"/>
                <a:ea typeface="Arial"/>
                <a:cs typeface="Arial"/>
              </a:defRPr>
            </a:lvl8pPr>
            <a:lvl9pPr algn="ctr">
              <a:buNone/>
              <a:defRPr sz="1350" b="0">
                <a:solidFill>
                  <a:srgbClr val="607681"/>
                </a:solidFill>
                <a:latin typeface="Arial"/>
                <a:ea typeface="Arial"/>
                <a:cs typeface="Arial"/>
              </a:defRPr>
            </a:lvl9pPr>
          </a:lstStyle>
          <a:p xmlns:a="http://schemas.openxmlformats.org/drawingml/2006/main">
            <a:pPr algn="ctr">
              <a:buNone/>
              <a:defRPr sz="1350" b="0">
                <a:solidFill>
                  <a:srgbClr val="607681"/>
                </a:solidFill>
                <a:latin typeface="Arial"/>
                <a:ea typeface="Arial"/>
                <a:cs typeface="Arial"/>
              </a:defRPr>
            </a:pPr>
            <a:r>
              <a:rPr sz="1350" b="0">
                <a:solidFill>
                  <a:srgbClr val="607681"/>
                </a:solidFill>
                <a:latin typeface="Arial"/>
                <a:ea typeface="Arial"/>
                <a:cs typeface="Arial"/>
              </a:rPr>
              <a:t>creates</a:t>
            </a:r>
          </a:p>
        </p:txBody>
      </p:sp>
      <p:cxnSp>
        <p:nvCxnSpPr>
          <p:cNvPr id="32" name="">
            <a:extLst xmlns:a="http://schemas.openxmlformats.org/drawingml/2006/main">
              <a:ext uri="{FF2B5EF4-FFF2-40B4-BE49-F238E27FC236}">
                <a16:creationId xmlns:a16="http://schemas.microsoft.com/office/drawing/2014/main" id="{496769DA-ECED-463D-85DA-E3ABE0ADE8FE}"/>
              </a:ext>
            </a:extLst>
          </p:cNvPr>
          <p:cNvCxnSpPr/>
          <p:nvPr/>
        </p:nvCxnSpPr>
        <p:spPr>
          <a:xfrm xmlns:a="http://schemas.openxmlformats.org/drawingml/2006/main" flipH="1" flipV="0">
            <a:off x="7762875" y="2476500"/>
            <a:ext cx="333375" cy="23813"/>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cxnSp>
        <p:nvCxnSpPr>
          <p:cNvPr id="33" name="">
            <a:extLst xmlns:a="http://schemas.openxmlformats.org/drawingml/2006/main">
              <a:ext uri="{FF2B5EF4-FFF2-40B4-BE49-F238E27FC236}">
                <a16:creationId xmlns:a16="http://schemas.microsoft.com/office/drawing/2014/main" id="{63A79125-B81F-453B-8D6D-E84DB894524A}"/>
              </a:ext>
            </a:extLst>
          </p:cNvPr>
          <p:cNvCxnSpPr/>
          <p:nvPr/>
        </p:nvCxnSpPr>
        <p:spPr>
          <a:xfrm xmlns:a="http://schemas.openxmlformats.org/drawingml/2006/main" flipH="1" flipV="0">
            <a:off x="7429500" y="4572000"/>
            <a:ext cx="66675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4" name="">
            <a:extLst xmlns:a="http://schemas.openxmlformats.org/drawingml/2006/main">
              <a:ext uri="{FF2B5EF4-FFF2-40B4-BE49-F238E27FC236}">
                <a16:creationId xmlns:a16="http://schemas.microsoft.com/office/drawing/2014/main" id="{F5848AA0-7436-4B2B-BBF3-408348F171AF}"/>
              </a:ext>
            </a:extLst>
          </p:cNvPr>
          <p:cNvCxnSpPr/>
          <p:nvPr/>
        </p:nvCxnSpPr>
        <p:spPr>
          <a:xfrm xmlns:a="http://schemas.openxmlformats.org/drawingml/2006/main" flipH="0" flipV="1">
            <a:off x="7429500" y="3190875"/>
            <a:ext cx="0" cy="1381125"/>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35" name="">
            <a:extLst xmlns:a="http://schemas.openxmlformats.org/drawingml/2006/main">
              <a:ext uri="{FF2B5EF4-FFF2-40B4-BE49-F238E27FC236}">
                <a16:creationId xmlns:a16="http://schemas.microsoft.com/office/drawing/2014/main" id="{7D2E94CE-13A1-43D2-810D-B92457DA649E}"/>
              </a:ext>
            </a:extLst>
          </p:cNvPr>
          <p:cNvSpPr>
            <a:spLocks xmlns:a="http://schemas.openxmlformats.org/drawingml/2006/main" noGrp="1"/>
          </p:cNvSpPr>
          <p:nvPr/>
        </p:nvSpPr>
        <p:spPr>
          <a:xfrm xmlns:a="http://schemas.openxmlformats.org/drawingml/2006/main">
            <a:off x="4171950" y="4857750"/>
            <a:ext cx="3667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Spring dispatches to both</a:t>
            </a:r>
          </a:p>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annotated listener methods.</a:t>
            </a:r>
          </a:p>
        </p:txBody>
      </p:sp>
      <p:sp>
        <p:nvSpPr>
          <p:cNvPr id="36" name="">
            <a:extLst xmlns:a="http://schemas.openxmlformats.org/drawingml/2006/main">
              <a:ext uri="{FF2B5EF4-FFF2-40B4-BE49-F238E27FC236}">
                <a16:creationId xmlns:a16="http://schemas.microsoft.com/office/drawing/2014/main" id="{D5BCCD00-C0E4-440E-92FA-13B0AFB71B93}"/>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87B75"/>
                </a:solidFill>
                <a:latin typeface="Arial"/>
                <a:ea typeface="Arial"/>
                <a:cs typeface="Arial"/>
              </a:defRPr>
            </a:defPPr>
            <a:lvl1pPr algn="l">
              <a:buNone/>
              <a:defRPr sz="1875" b="0">
                <a:solidFill>
                  <a:srgbClr val="187B75"/>
                </a:solidFill>
                <a:latin typeface="Arial"/>
                <a:ea typeface="Arial"/>
                <a:cs typeface="Arial"/>
              </a:defRPr>
            </a:lvl1pPr>
            <a:lvl2pPr algn="l">
              <a:buNone/>
              <a:defRPr sz="1875" b="0">
                <a:solidFill>
                  <a:srgbClr val="187B75"/>
                </a:solidFill>
                <a:latin typeface="Arial"/>
                <a:ea typeface="Arial"/>
                <a:cs typeface="Arial"/>
              </a:defRPr>
            </a:lvl2pPr>
            <a:lvl3pPr algn="l">
              <a:buNone/>
              <a:defRPr sz="1875" b="0">
                <a:solidFill>
                  <a:srgbClr val="187B75"/>
                </a:solidFill>
                <a:latin typeface="Arial"/>
                <a:ea typeface="Arial"/>
                <a:cs typeface="Arial"/>
              </a:defRPr>
            </a:lvl3pPr>
            <a:lvl4pPr algn="l">
              <a:buNone/>
              <a:defRPr sz="1875" b="0">
                <a:solidFill>
                  <a:srgbClr val="187B75"/>
                </a:solidFill>
                <a:latin typeface="Arial"/>
                <a:ea typeface="Arial"/>
                <a:cs typeface="Arial"/>
              </a:defRPr>
            </a:lvl4pPr>
            <a:lvl5pPr algn="l">
              <a:buNone/>
              <a:defRPr sz="1875" b="0">
                <a:solidFill>
                  <a:srgbClr val="187B75"/>
                </a:solidFill>
                <a:latin typeface="Arial"/>
                <a:ea typeface="Arial"/>
                <a:cs typeface="Arial"/>
              </a:defRPr>
            </a:lvl5pPr>
            <a:lvl6pPr algn="l">
              <a:buNone/>
              <a:defRPr sz="1875" b="0">
                <a:solidFill>
                  <a:srgbClr val="187B75"/>
                </a:solidFill>
                <a:latin typeface="Arial"/>
                <a:ea typeface="Arial"/>
                <a:cs typeface="Arial"/>
              </a:defRPr>
            </a:lvl6pPr>
            <a:lvl7pPr algn="l">
              <a:buNone/>
              <a:defRPr sz="1875" b="0">
                <a:solidFill>
                  <a:srgbClr val="187B75"/>
                </a:solidFill>
                <a:latin typeface="Arial"/>
                <a:ea typeface="Arial"/>
                <a:cs typeface="Arial"/>
              </a:defRPr>
            </a:lvl7pPr>
            <a:lvl8pPr algn="l">
              <a:buNone/>
              <a:defRPr sz="1875" b="0">
                <a:solidFill>
                  <a:srgbClr val="187B75"/>
                </a:solidFill>
                <a:latin typeface="Arial"/>
                <a:ea typeface="Arial"/>
                <a:cs typeface="Arial"/>
              </a:defRPr>
            </a:lvl8pPr>
            <a:lvl9pPr algn="l">
              <a:buNone/>
              <a:defRPr sz="1875" b="0">
                <a:solidFill>
                  <a:srgbClr val="187B75"/>
                </a:solidFill>
                <a:latin typeface="Arial"/>
                <a:ea typeface="Arial"/>
                <a:cs typeface="Arial"/>
              </a:defRPr>
            </a:lvl9pPr>
          </a:lstStyle>
          <a:p xmlns:a="http://schemas.openxmlformats.org/drawingml/2006/main">
            <a:pPr algn="l">
              <a:buNone/>
              <a:defRPr sz="1875" b="0">
                <a:solidFill>
                  <a:srgbClr val="187B75"/>
                </a:solidFill>
                <a:latin typeface="Arial"/>
                <a:ea typeface="Arial"/>
                <a:cs typeface="Arial"/>
              </a:defRPr>
            </a:pPr>
            <a:r>
              <a:rPr sz="1875" b="0">
                <a:solidFill>
                  <a:srgbClr val="187B75"/>
                </a:solidFill>
                <a:latin typeface="Arial"/>
                <a:ea typeface="Arial"/>
                <a:cs typeface="Arial"/>
              </a:rPr>
              <a:t>Listeners join the existing transaction. Their execution order is not a contract.</a:t>
            </a:r>
          </a:p>
        </p:txBody>
      </p:sp>
      <p:cxnSp>
        <p:nvCxnSpPr>
          <p:cNvPr id="38" name="Footer rule">
            <a:extLst xmlns:a="http://schemas.openxmlformats.org/drawingml/2006/main">
              <a:ext uri="{FF2B5EF4-FFF2-40B4-BE49-F238E27FC236}">
                <a16:creationId xmlns:a16="http://schemas.microsoft.com/office/drawing/2014/main" id="{C9C76FD5-CF94-494E-9DFA-5DB72B67A44D}"/>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6014964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47D22D40-164E-4E94-BAA7-584EBAFD3522}"/>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8BBBD801-118B-4389-AE41-98B0E90FEB29}"/>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Strategy class diagram</a:t>
            </a:r>
          </a:p>
        </p:txBody>
      </p:sp>
      <p:sp>
        <p:nvSpPr>
          <p:cNvPr id="3" name="">
            <a:extLst xmlns:a="http://schemas.openxmlformats.org/drawingml/2006/main">
              <a:ext uri="{FF2B5EF4-FFF2-40B4-BE49-F238E27FC236}">
                <a16:creationId xmlns:a16="http://schemas.microsoft.com/office/drawing/2014/main" id="{B5B542A3-C8F5-40B0-927A-65A7398B5E8E}"/>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3504F8FA-97E7-4205-93D9-E6619D169452}"/>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1E47F753-BBF1-4B52-96CD-7D275AF2DE89}"/>
              </a:ext>
            </a:extLst>
          </p:cNvPr>
          <p:cNvSpPr>
            <a:spLocks xmlns:a="http://schemas.openxmlformats.org/drawingml/2006/main" noGrp="1"/>
          </p:cNvSpPr>
          <p:nvPr/>
        </p:nvSpPr>
        <p:spPr>
          <a:xfrm xmlns:a="http://schemas.openxmlformats.org/drawingml/2006/main">
            <a:off x="609600" y="1714500"/>
            <a:ext cx="3381375" cy="176212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18A30DB6-90CA-4A5D-8DD5-7C13420E3150}"/>
              </a:ext>
            </a:extLst>
          </p:cNvPr>
          <p:cNvSpPr>
            <a:spLocks xmlns:a="http://schemas.openxmlformats.org/drawingml/2006/main" noGrp="1"/>
          </p:cNvSpPr>
          <p:nvPr/>
        </p:nvSpPr>
        <p:spPr>
          <a:xfrm xmlns:a="http://schemas.openxmlformats.org/drawingml/2006/main">
            <a:off x="685800" y="1828800"/>
            <a:ext cx="3228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BookingInfoValidator</a:t>
            </a:r>
          </a:p>
        </p:txBody>
      </p:sp>
      <p:cxnSp>
        <p:nvCxnSpPr>
          <p:cNvPr id="7" name="">
            <a:extLst xmlns:a="http://schemas.openxmlformats.org/drawingml/2006/main">
              <a:ext uri="{FF2B5EF4-FFF2-40B4-BE49-F238E27FC236}">
                <a16:creationId xmlns:a16="http://schemas.microsoft.com/office/drawing/2014/main" id="{373E2529-1372-4C7D-A210-0F568051B3A7}"/>
              </a:ext>
            </a:extLst>
          </p:cNvPr>
          <p:cNvCxnSpPr/>
          <p:nvPr/>
        </p:nvCxnSpPr>
        <p:spPr>
          <a:xfrm xmlns:a="http://schemas.openxmlformats.org/drawingml/2006/main" flipH="0" flipV="0">
            <a:off x="609600" y="2209800"/>
            <a:ext cx="3381375" cy="0"/>
          </a:xfrm>
          <a:prstGeom xmlns:a="http://schemas.openxmlformats.org/drawingml/2006/main" prst="straightConnector1">
            <a:avLst/>
          </a:prstGeom>
          <a:ln xmlns:a="http://schemas.openxmlformats.org/drawingml/2006/main" w="15240">
            <a:solidFill>
              <a:srgbClr val="173042"/>
            </a:solidFill>
            <a:prstDash val="solid"/>
          </a:ln>
        </p:spPr>
      </p:cxnSp>
      <p:sp>
        <p:nvSpPr>
          <p:cNvPr id="8" name="">
            <a:extLst xmlns:a="http://schemas.openxmlformats.org/drawingml/2006/main">
              <a:ext uri="{FF2B5EF4-FFF2-40B4-BE49-F238E27FC236}">
                <a16:creationId xmlns:a16="http://schemas.microsoft.com/office/drawing/2014/main" id="{9B0A6B19-8366-4C24-A42E-8616B5551858}"/>
              </a:ext>
            </a:extLst>
          </p:cNvPr>
          <p:cNvSpPr>
            <a:spLocks xmlns:a="http://schemas.openxmlformats.org/drawingml/2006/main" noGrp="1"/>
          </p:cNvSpPr>
          <p:nvPr/>
        </p:nvSpPr>
        <p:spPr>
          <a:xfrm xmlns:a="http://schemas.openxmlformats.org/drawingml/2006/main">
            <a:off x="723900" y="2286000"/>
            <a:ext cx="3152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fields : List&lt;Field&gt;</a:t>
            </a:r>
          </a:p>
        </p:txBody>
      </p:sp>
      <p:cxnSp>
        <p:nvCxnSpPr>
          <p:cNvPr id="9" name="">
            <a:extLst xmlns:a="http://schemas.openxmlformats.org/drawingml/2006/main">
              <a:ext uri="{FF2B5EF4-FFF2-40B4-BE49-F238E27FC236}">
                <a16:creationId xmlns:a16="http://schemas.microsoft.com/office/drawing/2014/main" id="{DA1A5D61-5E29-42A1-98AA-DE33A280EFC0}"/>
              </a:ext>
            </a:extLst>
          </p:cNvPr>
          <p:cNvCxnSpPr/>
          <p:nvPr/>
        </p:nvCxnSpPr>
        <p:spPr>
          <a:xfrm xmlns:a="http://schemas.openxmlformats.org/drawingml/2006/main" flipH="0" flipV="0">
            <a:off x="609600" y="2819400"/>
            <a:ext cx="3381375" cy="0"/>
          </a:xfrm>
          <a:prstGeom xmlns:a="http://schemas.openxmlformats.org/drawingml/2006/main" prst="straightConnector1">
            <a:avLst/>
          </a:prstGeom>
          <a:ln xmlns:a="http://schemas.openxmlformats.org/drawingml/2006/main" w="15240">
            <a:solidFill>
              <a:srgbClr val="173042"/>
            </a:solidFill>
            <a:prstDash val="solid"/>
          </a:ln>
        </p:spPr>
      </p:cxnSp>
      <p:sp>
        <p:nvSpPr>
          <p:cNvPr id="10" name="">
            <a:extLst xmlns:a="http://schemas.openxmlformats.org/drawingml/2006/main">
              <a:ext uri="{FF2B5EF4-FFF2-40B4-BE49-F238E27FC236}">
                <a16:creationId xmlns:a16="http://schemas.microsoft.com/office/drawing/2014/main" id="{6CA7BDBA-886D-42EB-B8C1-881A6668A96E}"/>
              </a:ext>
            </a:extLst>
          </p:cNvPr>
          <p:cNvSpPr>
            <a:spLocks xmlns:a="http://schemas.openxmlformats.org/drawingml/2006/main" noGrp="1"/>
          </p:cNvSpPr>
          <p:nvPr/>
        </p:nvSpPr>
        <p:spPr>
          <a:xfrm xmlns:a="http://schemas.openxmlformats.org/drawingml/2006/main">
            <a:off x="723900" y="2895600"/>
            <a:ext cx="315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validate(requirements, info)</a:t>
            </a:r>
          </a:p>
        </p:txBody>
      </p:sp>
      <p:sp>
        <p:nvSpPr>
          <p:cNvPr id="11" name="">
            <a:extLst xmlns:a="http://schemas.openxmlformats.org/drawingml/2006/main">
              <a:ext uri="{FF2B5EF4-FFF2-40B4-BE49-F238E27FC236}">
                <a16:creationId xmlns:a16="http://schemas.microsoft.com/office/drawing/2014/main" id="{591BAD71-6209-408E-9236-8E606A99B730}"/>
              </a:ext>
            </a:extLst>
          </p:cNvPr>
          <p:cNvSpPr>
            <a:spLocks xmlns:a="http://schemas.openxmlformats.org/drawingml/2006/main" noGrp="1"/>
          </p:cNvSpPr>
          <p:nvPr/>
        </p:nvSpPr>
        <p:spPr>
          <a:xfrm xmlns:a="http://schemas.openxmlformats.org/drawingml/2006/main">
            <a:off x="6286500" y="1714500"/>
            <a:ext cx="5286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2" name="">
            <a:extLst xmlns:a="http://schemas.openxmlformats.org/drawingml/2006/main">
              <a:ext uri="{FF2B5EF4-FFF2-40B4-BE49-F238E27FC236}">
                <a16:creationId xmlns:a16="http://schemas.microsoft.com/office/drawing/2014/main" id="{ED29EA0E-8A6B-4FE7-9215-E4E6A43C32B0}"/>
              </a:ext>
            </a:extLst>
          </p:cNvPr>
          <p:cNvSpPr>
            <a:spLocks xmlns:a="http://schemas.openxmlformats.org/drawingml/2006/main" noGrp="1"/>
          </p:cNvSpPr>
          <p:nvPr/>
        </p:nvSpPr>
        <p:spPr>
          <a:xfrm xmlns:a="http://schemas.openxmlformats.org/drawingml/2006/main">
            <a:off x="6362700" y="1781175"/>
            <a:ext cx="5133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«interface»</a:t>
            </a:r>
          </a:p>
        </p:txBody>
      </p:sp>
      <p:sp>
        <p:nvSpPr>
          <p:cNvPr id="13" name="">
            <a:extLst xmlns:a="http://schemas.openxmlformats.org/drawingml/2006/main">
              <a:ext uri="{FF2B5EF4-FFF2-40B4-BE49-F238E27FC236}">
                <a16:creationId xmlns:a16="http://schemas.microsoft.com/office/drawing/2014/main" id="{1982F84B-F0FA-4D68-9831-F9B26A3B6A14}"/>
              </a:ext>
            </a:extLst>
          </p:cNvPr>
          <p:cNvSpPr>
            <a:spLocks xmlns:a="http://schemas.openxmlformats.org/drawingml/2006/main" noGrp="1"/>
          </p:cNvSpPr>
          <p:nvPr/>
        </p:nvSpPr>
        <p:spPr>
          <a:xfrm xmlns:a="http://schemas.openxmlformats.org/drawingml/2006/main">
            <a:off x="6362700" y="2038350"/>
            <a:ext cx="5133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BookingFieldValidationStrategy</a:t>
            </a:r>
          </a:p>
        </p:txBody>
      </p:sp>
      <p:cxnSp>
        <p:nvCxnSpPr>
          <p:cNvPr id="14" name="">
            <a:extLst xmlns:a="http://schemas.openxmlformats.org/drawingml/2006/main">
              <a:ext uri="{FF2B5EF4-FFF2-40B4-BE49-F238E27FC236}">
                <a16:creationId xmlns:a16="http://schemas.microsoft.com/office/drawing/2014/main" id="{CCD68E0A-6FEE-4A07-93F1-47FEC4794828}"/>
              </a:ext>
            </a:extLst>
          </p:cNvPr>
          <p:cNvCxnSpPr/>
          <p:nvPr/>
        </p:nvCxnSpPr>
        <p:spPr>
          <a:xfrm xmlns:a="http://schemas.openxmlformats.org/drawingml/2006/main" flipH="0" flipV="0">
            <a:off x="6286500" y="2400300"/>
            <a:ext cx="5286375" cy="0"/>
          </a:xfrm>
          <a:prstGeom xmlns:a="http://schemas.openxmlformats.org/drawingml/2006/main" prst="straightConnector1">
            <a:avLst/>
          </a:prstGeom>
          <a:ln xmlns:a="http://schemas.openxmlformats.org/drawingml/2006/main" w="15240">
            <a:solidFill>
              <a:srgbClr val="173042"/>
            </a:solidFill>
            <a:prstDash val="solid"/>
          </a:ln>
        </p:spPr>
      </p:cxnSp>
      <p:sp>
        <p:nvSpPr>
          <p:cNvPr id="15" name="">
            <a:extLst xmlns:a="http://schemas.openxmlformats.org/drawingml/2006/main">
              <a:ext uri="{FF2B5EF4-FFF2-40B4-BE49-F238E27FC236}">
                <a16:creationId xmlns:a16="http://schemas.microsoft.com/office/drawing/2014/main" id="{8B4E846B-E4BC-4018-860C-2F32F8D807FD}"/>
              </a:ext>
            </a:extLst>
          </p:cNvPr>
          <p:cNvSpPr>
            <a:spLocks xmlns:a="http://schemas.openxmlformats.org/drawingml/2006/main" noGrp="1"/>
          </p:cNvSpPr>
          <p:nvPr/>
        </p:nvSpPr>
        <p:spPr>
          <a:xfrm xmlns:a="http://schemas.openxmlformats.org/drawingml/2006/main">
            <a:off x="6400800" y="2476500"/>
            <a:ext cx="5057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isValid(value) : boolean</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errorMessage(label) : String</a:t>
            </a:r>
          </a:p>
        </p:txBody>
      </p:sp>
      <p:cxnSp>
        <p:nvCxnSpPr>
          <p:cNvPr id="16" name="">
            <a:extLst xmlns:a="http://schemas.openxmlformats.org/drawingml/2006/main">
              <a:ext uri="{FF2B5EF4-FFF2-40B4-BE49-F238E27FC236}">
                <a16:creationId xmlns:a16="http://schemas.microsoft.com/office/drawing/2014/main" id="{B58490CC-F65E-44D4-B11B-03C4FFFDCA03}"/>
              </a:ext>
            </a:extLst>
          </p:cNvPr>
          <p:cNvCxnSpPr/>
          <p:nvPr/>
        </p:nvCxnSpPr>
        <p:spPr>
          <a:xfrm xmlns:a="http://schemas.openxmlformats.org/drawingml/2006/main" flipH="0" flipV="0">
            <a:off x="3990975" y="2590800"/>
            <a:ext cx="2295525"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17" name="">
            <a:extLst xmlns:a="http://schemas.openxmlformats.org/drawingml/2006/main">
              <a:ext uri="{FF2B5EF4-FFF2-40B4-BE49-F238E27FC236}">
                <a16:creationId xmlns:a16="http://schemas.microsoft.com/office/drawing/2014/main" id="{7F219D22-0E04-46E7-86E7-B9596AD2D7F2}"/>
              </a:ext>
            </a:extLst>
          </p:cNvPr>
          <p:cNvSpPr>
            <a:spLocks xmlns:a="http://schemas.openxmlformats.org/drawingml/2006/main" noGrp="1"/>
          </p:cNvSpPr>
          <p:nvPr/>
        </p:nvSpPr>
        <p:spPr>
          <a:xfrm xmlns:a="http://schemas.openxmlformats.org/drawingml/2006/main">
            <a:off x="4191000" y="21812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607681"/>
                </a:solidFill>
                <a:latin typeface="Arial"/>
                <a:ea typeface="Arial"/>
                <a:cs typeface="Arial"/>
              </a:defRPr>
            </a:defPPr>
            <a:lvl1pPr algn="l">
              <a:buNone/>
              <a:defRPr sz="1425" b="0">
                <a:solidFill>
                  <a:srgbClr val="607681"/>
                </a:solidFill>
                <a:latin typeface="Arial"/>
                <a:ea typeface="Arial"/>
                <a:cs typeface="Arial"/>
              </a:defRPr>
            </a:lvl1pPr>
            <a:lvl2pPr algn="l">
              <a:buNone/>
              <a:defRPr sz="1425" b="0">
                <a:solidFill>
                  <a:srgbClr val="607681"/>
                </a:solidFill>
                <a:latin typeface="Arial"/>
                <a:ea typeface="Arial"/>
                <a:cs typeface="Arial"/>
              </a:defRPr>
            </a:lvl2pPr>
            <a:lvl3pPr algn="l">
              <a:buNone/>
              <a:defRPr sz="1425" b="0">
                <a:solidFill>
                  <a:srgbClr val="607681"/>
                </a:solidFill>
                <a:latin typeface="Arial"/>
                <a:ea typeface="Arial"/>
                <a:cs typeface="Arial"/>
              </a:defRPr>
            </a:lvl3pPr>
            <a:lvl4pPr algn="l">
              <a:buNone/>
              <a:defRPr sz="1425" b="0">
                <a:solidFill>
                  <a:srgbClr val="607681"/>
                </a:solidFill>
                <a:latin typeface="Arial"/>
                <a:ea typeface="Arial"/>
                <a:cs typeface="Arial"/>
              </a:defRPr>
            </a:lvl4pPr>
            <a:lvl5pPr algn="l">
              <a:buNone/>
              <a:defRPr sz="1425" b="0">
                <a:solidFill>
                  <a:srgbClr val="607681"/>
                </a:solidFill>
                <a:latin typeface="Arial"/>
                <a:ea typeface="Arial"/>
                <a:cs typeface="Arial"/>
              </a:defRPr>
            </a:lvl5pPr>
            <a:lvl6pPr algn="l">
              <a:buNone/>
              <a:defRPr sz="1425" b="0">
                <a:solidFill>
                  <a:srgbClr val="607681"/>
                </a:solidFill>
                <a:latin typeface="Arial"/>
                <a:ea typeface="Arial"/>
                <a:cs typeface="Arial"/>
              </a:defRPr>
            </a:lvl6pPr>
            <a:lvl7pPr algn="l">
              <a:buNone/>
              <a:defRPr sz="1425" b="0">
                <a:solidFill>
                  <a:srgbClr val="607681"/>
                </a:solidFill>
                <a:latin typeface="Arial"/>
                <a:ea typeface="Arial"/>
                <a:cs typeface="Arial"/>
              </a:defRPr>
            </a:lvl7pPr>
            <a:lvl8pPr algn="l">
              <a:buNone/>
              <a:defRPr sz="1425" b="0">
                <a:solidFill>
                  <a:srgbClr val="607681"/>
                </a:solidFill>
                <a:latin typeface="Arial"/>
                <a:ea typeface="Arial"/>
                <a:cs typeface="Arial"/>
              </a:defRPr>
            </a:lvl8pPr>
            <a:lvl9pPr algn="l">
              <a:buNone/>
              <a:defRPr sz="1425" b="0">
                <a:solidFill>
                  <a:srgbClr val="607681"/>
                </a:solidFill>
                <a:latin typeface="Arial"/>
                <a:ea typeface="Arial"/>
                <a:cs typeface="Arial"/>
              </a:defRPr>
            </a:lvl9pPr>
          </a:lstStyle>
          <a:p xmlns:a="http://schemas.openxmlformats.org/drawingml/2006/main">
            <a:pPr algn="l">
              <a:buNone/>
              <a:defRPr sz="1425" b="0">
                <a:solidFill>
                  <a:srgbClr val="607681"/>
                </a:solidFill>
                <a:latin typeface="Arial"/>
                <a:ea typeface="Arial"/>
                <a:cs typeface="Arial"/>
              </a:defRPr>
            </a:pPr>
            <a:r>
              <a:rPr sz="1425" b="0">
                <a:solidFill>
                  <a:srgbClr val="607681"/>
                </a:solidFill>
                <a:latin typeface="Arial"/>
                <a:ea typeface="Arial"/>
                <a:cs typeface="Arial"/>
              </a:rPr>
              <a:t>via Field.strategy</a:t>
            </a:r>
          </a:p>
        </p:txBody>
      </p:sp>
      <p:sp>
        <p:nvSpPr>
          <p:cNvPr id="18" name="">
            <a:extLst xmlns:a="http://schemas.openxmlformats.org/drawingml/2006/main">
              <a:ext uri="{FF2B5EF4-FFF2-40B4-BE49-F238E27FC236}">
                <a16:creationId xmlns:a16="http://schemas.microsoft.com/office/drawing/2014/main" id="{208B4499-F283-463E-9EF6-7DE51130FC4C}"/>
              </a:ext>
            </a:extLst>
          </p:cNvPr>
          <p:cNvSpPr>
            <a:spLocks xmlns:a="http://schemas.openxmlformats.org/drawingml/2006/main" noGrp="1"/>
          </p:cNvSpPr>
          <p:nvPr/>
        </p:nvSpPr>
        <p:spPr>
          <a:xfrm xmlns:a="http://schemas.openxmlformats.org/drawingml/2006/main">
            <a:off x="609600" y="4476750"/>
            <a:ext cx="3429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9" name="">
            <a:extLst xmlns:a="http://schemas.openxmlformats.org/drawingml/2006/main">
              <a:ext uri="{FF2B5EF4-FFF2-40B4-BE49-F238E27FC236}">
                <a16:creationId xmlns:a16="http://schemas.microsoft.com/office/drawing/2014/main" id="{D1A926B4-E396-410B-A6A1-A484412417FD}"/>
              </a:ext>
            </a:extLst>
          </p:cNvPr>
          <p:cNvSpPr>
            <a:spLocks xmlns:a="http://schemas.openxmlformats.org/drawingml/2006/main" noGrp="1"/>
          </p:cNvSpPr>
          <p:nvPr/>
        </p:nvSpPr>
        <p:spPr>
          <a:xfrm xmlns:a="http://schemas.openxmlformats.org/drawingml/2006/main">
            <a:off x="685800" y="4591050"/>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1">
                <a:solidFill>
                  <a:srgbClr val="173042"/>
                </a:solidFill>
                <a:latin typeface="Arial"/>
                <a:ea typeface="Arial"/>
                <a:cs typeface="Arial"/>
              </a:defRPr>
            </a:defPPr>
            <a:lvl1pPr algn="ctr">
              <a:buNone/>
              <a:defRPr sz="1500" b="1">
                <a:solidFill>
                  <a:srgbClr val="173042"/>
                </a:solidFill>
                <a:latin typeface="Arial"/>
                <a:ea typeface="Arial"/>
                <a:cs typeface="Arial"/>
              </a:defRPr>
            </a:lvl1pPr>
            <a:lvl2pPr algn="ctr">
              <a:buNone/>
              <a:defRPr sz="1500" b="1">
                <a:solidFill>
                  <a:srgbClr val="173042"/>
                </a:solidFill>
                <a:latin typeface="Arial"/>
                <a:ea typeface="Arial"/>
                <a:cs typeface="Arial"/>
              </a:defRPr>
            </a:lvl2pPr>
            <a:lvl3pPr algn="ctr">
              <a:buNone/>
              <a:defRPr sz="1500" b="1">
                <a:solidFill>
                  <a:srgbClr val="173042"/>
                </a:solidFill>
                <a:latin typeface="Arial"/>
                <a:ea typeface="Arial"/>
                <a:cs typeface="Arial"/>
              </a:defRPr>
            </a:lvl3pPr>
            <a:lvl4pPr algn="ctr">
              <a:buNone/>
              <a:defRPr sz="1500" b="1">
                <a:solidFill>
                  <a:srgbClr val="173042"/>
                </a:solidFill>
                <a:latin typeface="Arial"/>
                <a:ea typeface="Arial"/>
                <a:cs typeface="Arial"/>
              </a:defRPr>
            </a:lvl4pPr>
            <a:lvl5pPr algn="ctr">
              <a:buNone/>
              <a:defRPr sz="1500" b="1">
                <a:solidFill>
                  <a:srgbClr val="173042"/>
                </a:solidFill>
                <a:latin typeface="Arial"/>
                <a:ea typeface="Arial"/>
                <a:cs typeface="Arial"/>
              </a:defRPr>
            </a:lvl5pPr>
            <a:lvl6pPr algn="ctr">
              <a:buNone/>
              <a:defRPr sz="1500" b="1">
                <a:solidFill>
                  <a:srgbClr val="173042"/>
                </a:solidFill>
                <a:latin typeface="Arial"/>
                <a:ea typeface="Arial"/>
                <a:cs typeface="Arial"/>
              </a:defRPr>
            </a:lvl6pPr>
            <a:lvl7pPr algn="ctr">
              <a:buNone/>
              <a:defRPr sz="1500" b="1">
                <a:solidFill>
                  <a:srgbClr val="173042"/>
                </a:solidFill>
                <a:latin typeface="Arial"/>
                <a:ea typeface="Arial"/>
                <a:cs typeface="Arial"/>
              </a:defRPr>
            </a:lvl7pPr>
            <a:lvl8pPr algn="ctr">
              <a:buNone/>
              <a:defRPr sz="1500" b="1">
                <a:solidFill>
                  <a:srgbClr val="173042"/>
                </a:solidFill>
                <a:latin typeface="Arial"/>
                <a:ea typeface="Arial"/>
                <a:cs typeface="Arial"/>
              </a:defRPr>
            </a:lvl8pPr>
            <a:lvl9pPr algn="ctr">
              <a:buNone/>
              <a:defRPr sz="1500" b="1">
                <a:solidFill>
                  <a:srgbClr val="173042"/>
                </a:solidFill>
                <a:latin typeface="Arial"/>
                <a:ea typeface="Arial"/>
                <a:cs typeface="Arial"/>
              </a:defRPr>
            </a:lvl9pPr>
          </a:lstStyle>
          <a:p xmlns:a="http://schemas.openxmlformats.org/drawingml/2006/main">
            <a:pPr algn="ctr">
              <a:buNone/>
              <a:defRPr sz="1500" b="1">
                <a:solidFill>
                  <a:srgbClr val="173042"/>
                </a:solidFill>
                <a:latin typeface="Arial"/>
                <a:ea typeface="Arial"/>
                <a:cs typeface="Arial"/>
              </a:defRPr>
            </a:pPr>
            <a:r>
              <a:rPr sz="1500" b="1">
                <a:solidFill>
                  <a:srgbClr val="173042"/>
                </a:solidFill>
                <a:latin typeface="Arial"/>
                <a:ea typeface="Arial"/>
                <a:cs typeface="Arial"/>
              </a:rPr>
              <a:t>TextFieldValidationStrategy</a:t>
            </a:r>
          </a:p>
        </p:txBody>
      </p:sp>
      <p:cxnSp>
        <p:nvCxnSpPr>
          <p:cNvPr id="20" name="">
            <a:extLst xmlns:a="http://schemas.openxmlformats.org/drawingml/2006/main">
              <a:ext uri="{FF2B5EF4-FFF2-40B4-BE49-F238E27FC236}">
                <a16:creationId xmlns:a16="http://schemas.microsoft.com/office/drawing/2014/main" id="{655A890D-CD69-4992-B0EA-05A7E11804C6}"/>
              </a:ext>
            </a:extLst>
          </p:cNvPr>
          <p:cNvCxnSpPr/>
          <p:nvPr/>
        </p:nvCxnSpPr>
        <p:spPr>
          <a:xfrm xmlns:a="http://schemas.openxmlformats.org/drawingml/2006/main" flipH="0" flipV="0">
            <a:off x="609600" y="4972050"/>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21" name="">
            <a:extLst xmlns:a="http://schemas.openxmlformats.org/drawingml/2006/main">
              <a:ext uri="{FF2B5EF4-FFF2-40B4-BE49-F238E27FC236}">
                <a16:creationId xmlns:a16="http://schemas.microsoft.com/office/drawing/2014/main" id="{66326901-D01F-4BE2-A540-3578AD7EC884}"/>
              </a:ext>
            </a:extLst>
          </p:cNvPr>
          <p:cNvSpPr>
            <a:spLocks xmlns:a="http://schemas.openxmlformats.org/drawingml/2006/main" noGrp="1"/>
          </p:cNvSpPr>
          <p:nvPr/>
        </p:nvSpPr>
        <p:spPr>
          <a:xfrm xmlns:a="http://schemas.openxmlformats.org/drawingml/2006/main">
            <a:off x="723900" y="50482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{maximum length}</a:t>
            </a:r>
          </a:p>
        </p:txBody>
      </p:sp>
      <p:cxnSp>
        <p:nvCxnSpPr>
          <p:cNvPr id="22" name="">
            <a:extLst xmlns:a="http://schemas.openxmlformats.org/drawingml/2006/main">
              <a:ext uri="{FF2B5EF4-FFF2-40B4-BE49-F238E27FC236}">
                <a16:creationId xmlns:a16="http://schemas.microsoft.com/office/drawing/2014/main" id="{63BF2088-FEF0-41A1-B9DA-A510B2F0BDF8}"/>
              </a:ext>
            </a:extLst>
          </p:cNvPr>
          <p:cNvCxnSpPr/>
          <p:nvPr/>
        </p:nvCxnSpPr>
        <p:spPr>
          <a:xfrm xmlns:a="http://schemas.openxmlformats.org/drawingml/2006/main" flipH="0" flipV="1">
            <a:off x="2324100" y="3905250"/>
            <a:ext cx="0" cy="571500"/>
          </a:xfrm>
          <a:prstGeom xmlns:a="http://schemas.openxmlformats.org/drawingml/2006/main" prst="straightConnector1">
            <a:avLst/>
          </a:prstGeom>
          <a:ln xmlns:a="http://schemas.openxmlformats.org/drawingml/2006/main" w="15240">
            <a:solidFill>
              <a:srgbClr val="173042"/>
            </a:solidFill>
            <a:prstDash val="dash"/>
          </a:ln>
        </p:spPr>
      </p:cxnSp>
      <p:cxnSp>
        <p:nvCxnSpPr>
          <p:cNvPr id="23" name="">
            <a:extLst xmlns:a="http://schemas.openxmlformats.org/drawingml/2006/main">
              <a:ext uri="{FF2B5EF4-FFF2-40B4-BE49-F238E27FC236}">
                <a16:creationId xmlns:a16="http://schemas.microsoft.com/office/drawing/2014/main" id="{E6092CD9-0295-4F62-89E6-1153F2E7E7AB}"/>
              </a:ext>
            </a:extLst>
          </p:cNvPr>
          <p:cNvCxnSpPr/>
          <p:nvPr/>
        </p:nvCxnSpPr>
        <p:spPr>
          <a:xfrm xmlns:a="http://schemas.openxmlformats.org/drawingml/2006/main" flipH="0" flipV="0">
            <a:off x="2324100" y="3905250"/>
            <a:ext cx="6600825" cy="0"/>
          </a:xfrm>
          <a:prstGeom xmlns:a="http://schemas.openxmlformats.org/drawingml/2006/main" prst="straightConnector1">
            <a:avLst/>
          </a:prstGeom>
          <a:ln xmlns:a="http://schemas.openxmlformats.org/drawingml/2006/main" w="15240">
            <a:solidFill>
              <a:srgbClr val="173042"/>
            </a:solidFill>
            <a:prstDash val="dash"/>
          </a:ln>
        </p:spPr>
      </p:cxnSp>
      <p:cxnSp>
        <p:nvCxnSpPr>
          <p:cNvPr id="24" name="">
            <a:extLst xmlns:a="http://schemas.openxmlformats.org/drawingml/2006/main">
              <a:ext uri="{FF2B5EF4-FFF2-40B4-BE49-F238E27FC236}">
                <a16:creationId xmlns:a16="http://schemas.microsoft.com/office/drawing/2014/main" id="{78E403DA-C221-4022-B092-8639919E9795}"/>
              </a:ext>
            </a:extLst>
          </p:cNvPr>
          <p:cNvCxnSpPr/>
          <p:nvPr/>
        </p:nvCxnSpPr>
        <p:spPr>
          <a:xfrm xmlns:a="http://schemas.openxmlformats.org/drawingml/2006/main" flipH="0" flipV="1">
            <a:off x="8924925" y="3438525"/>
            <a:ext cx="0" cy="466725"/>
          </a:xfrm>
          <a:prstGeom xmlns:a="http://schemas.openxmlformats.org/drawingml/2006/main" prst="straightConnector1">
            <a:avLst/>
          </a:prstGeom>
          <a:ln xmlns:a="http://schemas.openxmlformats.org/drawingml/2006/main" w="15240">
            <a:solidFill>
              <a:srgbClr val="173042"/>
            </a:solidFill>
            <a:prstDash val="dash"/>
          </a:ln>
        </p:spPr>
      </p:cxnSp>
      <p:sp>
        <p:nvSpPr>
          <p:cNvPr id="25" name="">
            <a:extLst xmlns:a="http://schemas.openxmlformats.org/drawingml/2006/main">
              <a:ext uri="{FF2B5EF4-FFF2-40B4-BE49-F238E27FC236}">
                <a16:creationId xmlns:a16="http://schemas.microsoft.com/office/drawing/2014/main" id="{297F9DB7-897A-4CA3-A46E-5F8B08C640E4}"/>
              </a:ext>
            </a:extLst>
          </p:cNvPr>
          <p:cNvSpPr>
            <a:spLocks xmlns:a="http://schemas.openxmlformats.org/drawingml/2006/main" noGrp="1"/>
          </p:cNvSpPr>
          <p:nvPr/>
        </p:nvSpPr>
        <p:spPr>
          <a:xfrm xmlns:a="http://schemas.openxmlformats.org/drawingml/2006/main">
            <a:off x="4381500" y="4476750"/>
            <a:ext cx="3429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6" name="">
            <a:extLst xmlns:a="http://schemas.openxmlformats.org/drawingml/2006/main">
              <a:ext uri="{FF2B5EF4-FFF2-40B4-BE49-F238E27FC236}">
                <a16:creationId xmlns:a16="http://schemas.microsoft.com/office/drawing/2014/main" id="{230BF6CC-9478-4B20-9391-C20072FB98DE}"/>
              </a:ext>
            </a:extLst>
          </p:cNvPr>
          <p:cNvSpPr>
            <a:spLocks xmlns:a="http://schemas.openxmlformats.org/drawingml/2006/main" noGrp="1"/>
          </p:cNvSpPr>
          <p:nvPr/>
        </p:nvSpPr>
        <p:spPr>
          <a:xfrm xmlns:a="http://schemas.openxmlformats.org/drawingml/2006/main">
            <a:off x="4457700" y="4591050"/>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1">
                <a:solidFill>
                  <a:srgbClr val="173042"/>
                </a:solidFill>
                <a:latin typeface="Arial"/>
                <a:ea typeface="Arial"/>
                <a:cs typeface="Arial"/>
              </a:defRPr>
            </a:defPPr>
            <a:lvl1pPr algn="ctr">
              <a:buNone/>
              <a:defRPr sz="1500" b="1">
                <a:solidFill>
                  <a:srgbClr val="173042"/>
                </a:solidFill>
                <a:latin typeface="Arial"/>
                <a:ea typeface="Arial"/>
                <a:cs typeface="Arial"/>
              </a:defRPr>
            </a:lvl1pPr>
            <a:lvl2pPr algn="ctr">
              <a:buNone/>
              <a:defRPr sz="1500" b="1">
                <a:solidFill>
                  <a:srgbClr val="173042"/>
                </a:solidFill>
                <a:latin typeface="Arial"/>
                <a:ea typeface="Arial"/>
                <a:cs typeface="Arial"/>
              </a:defRPr>
            </a:lvl2pPr>
            <a:lvl3pPr algn="ctr">
              <a:buNone/>
              <a:defRPr sz="1500" b="1">
                <a:solidFill>
                  <a:srgbClr val="173042"/>
                </a:solidFill>
                <a:latin typeface="Arial"/>
                <a:ea typeface="Arial"/>
                <a:cs typeface="Arial"/>
              </a:defRPr>
            </a:lvl3pPr>
            <a:lvl4pPr algn="ctr">
              <a:buNone/>
              <a:defRPr sz="1500" b="1">
                <a:solidFill>
                  <a:srgbClr val="173042"/>
                </a:solidFill>
                <a:latin typeface="Arial"/>
                <a:ea typeface="Arial"/>
                <a:cs typeface="Arial"/>
              </a:defRPr>
            </a:lvl4pPr>
            <a:lvl5pPr algn="ctr">
              <a:buNone/>
              <a:defRPr sz="1500" b="1">
                <a:solidFill>
                  <a:srgbClr val="173042"/>
                </a:solidFill>
                <a:latin typeface="Arial"/>
                <a:ea typeface="Arial"/>
                <a:cs typeface="Arial"/>
              </a:defRPr>
            </a:lvl5pPr>
            <a:lvl6pPr algn="ctr">
              <a:buNone/>
              <a:defRPr sz="1500" b="1">
                <a:solidFill>
                  <a:srgbClr val="173042"/>
                </a:solidFill>
                <a:latin typeface="Arial"/>
                <a:ea typeface="Arial"/>
                <a:cs typeface="Arial"/>
              </a:defRPr>
            </a:lvl6pPr>
            <a:lvl7pPr algn="ctr">
              <a:buNone/>
              <a:defRPr sz="1500" b="1">
                <a:solidFill>
                  <a:srgbClr val="173042"/>
                </a:solidFill>
                <a:latin typeface="Arial"/>
                <a:ea typeface="Arial"/>
                <a:cs typeface="Arial"/>
              </a:defRPr>
            </a:lvl7pPr>
            <a:lvl8pPr algn="ctr">
              <a:buNone/>
              <a:defRPr sz="1500" b="1">
                <a:solidFill>
                  <a:srgbClr val="173042"/>
                </a:solidFill>
                <a:latin typeface="Arial"/>
                <a:ea typeface="Arial"/>
                <a:cs typeface="Arial"/>
              </a:defRPr>
            </a:lvl8pPr>
            <a:lvl9pPr algn="ctr">
              <a:buNone/>
              <a:defRPr sz="1500" b="1">
                <a:solidFill>
                  <a:srgbClr val="173042"/>
                </a:solidFill>
                <a:latin typeface="Arial"/>
                <a:ea typeface="Arial"/>
                <a:cs typeface="Arial"/>
              </a:defRPr>
            </a:lvl9pPr>
          </a:lstStyle>
          <a:p xmlns:a="http://schemas.openxmlformats.org/drawingml/2006/main">
            <a:pPr algn="ctr">
              <a:buNone/>
              <a:defRPr sz="1500" b="1">
                <a:solidFill>
                  <a:srgbClr val="173042"/>
                </a:solidFill>
                <a:latin typeface="Arial"/>
                <a:ea typeface="Arial"/>
                <a:cs typeface="Arial"/>
              </a:defRPr>
            </a:pPr>
            <a:r>
              <a:rPr sz="1500" b="1">
                <a:solidFill>
                  <a:srgbClr val="173042"/>
                </a:solidFill>
                <a:latin typeface="Arial"/>
                <a:ea typeface="Arial"/>
                <a:cs typeface="Arial"/>
              </a:rPr>
              <a:t>EmailFieldValidationStrategy</a:t>
            </a:r>
          </a:p>
        </p:txBody>
      </p:sp>
      <p:cxnSp>
        <p:nvCxnSpPr>
          <p:cNvPr id="27" name="">
            <a:extLst xmlns:a="http://schemas.openxmlformats.org/drawingml/2006/main">
              <a:ext uri="{FF2B5EF4-FFF2-40B4-BE49-F238E27FC236}">
                <a16:creationId xmlns:a16="http://schemas.microsoft.com/office/drawing/2014/main" id="{E3969F3F-4BA9-4A35-828C-575EBDF9E792}"/>
              </a:ext>
            </a:extLst>
          </p:cNvPr>
          <p:cNvCxnSpPr/>
          <p:nvPr/>
        </p:nvCxnSpPr>
        <p:spPr>
          <a:xfrm xmlns:a="http://schemas.openxmlformats.org/drawingml/2006/main" flipH="0" flipV="0">
            <a:off x="4381500" y="4972050"/>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28" name="">
            <a:extLst xmlns:a="http://schemas.openxmlformats.org/drawingml/2006/main">
              <a:ext uri="{FF2B5EF4-FFF2-40B4-BE49-F238E27FC236}">
                <a16:creationId xmlns:a16="http://schemas.microsoft.com/office/drawing/2014/main" id="{98BE1CBF-2379-4B31-A7BB-B3B59E8D1F2A}"/>
              </a:ext>
            </a:extLst>
          </p:cNvPr>
          <p:cNvSpPr>
            <a:spLocks xmlns:a="http://schemas.openxmlformats.org/drawingml/2006/main" noGrp="1"/>
          </p:cNvSpPr>
          <p:nvPr/>
        </p:nvSpPr>
        <p:spPr>
          <a:xfrm xmlns:a="http://schemas.openxmlformats.org/drawingml/2006/main">
            <a:off x="4495800" y="50482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{Jakarta validation}</a:t>
            </a:r>
          </a:p>
        </p:txBody>
      </p:sp>
      <p:cxnSp>
        <p:nvCxnSpPr>
          <p:cNvPr id="29" name="">
            <a:extLst xmlns:a="http://schemas.openxmlformats.org/drawingml/2006/main">
              <a:ext uri="{FF2B5EF4-FFF2-40B4-BE49-F238E27FC236}">
                <a16:creationId xmlns:a16="http://schemas.microsoft.com/office/drawing/2014/main" id="{82E5508A-2274-4CA2-9CD6-E5707AE60995}"/>
              </a:ext>
            </a:extLst>
          </p:cNvPr>
          <p:cNvCxnSpPr/>
          <p:nvPr/>
        </p:nvCxnSpPr>
        <p:spPr>
          <a:xfrm xmlns:a="http://schemas.openxmlformats.org/drawingml/2006/main" flipH="0" flipV="1">
            <a:off x="6096000" y="3905250"/>
            <a:ext cx="0" cy="571500"/>
          </a:xfrm>
          <a:prstGeom xmlns:a="http://schemas.openxmlformats.org/drawingml/2006/main" prst="straightConnector1">
            <a:avLst/>
          </a:prstGeom>
          <a:ln xmlns:a="http://schemas.openxmlformats.org/drawingml/2006/main" w="15240">
            <a:solidFill>
              <a:srgbClr val="173042"/>
            </a:solidFill>
            <a:prstDash val="dash"/>
          </a:ln>
        </p:spPr>
      </p:cxnSp>
      <p:cxnSp>
        <p:nvCxnSpPr>
          <p:cNvPr id="30" name="">
            <a:extLst xmlns:a="http://schemas.openxmlformats.org/drawingml/2006/main">
              <a:ext uri="{FF2B5EF4-FFF2-40B4-BE49-F238E27FC236}">
                <a16:creationId xmlns:a16="http://schemas.microsoft.com/office/drawing/2014/main" id="{59D7C22B-6FA9-4B51-A826-33A4963A0AF5}"/>
              </a:ext>
            </a:extLst>
          </p:cNvPr>
          <p:cNvCxnSpPr/>
          <p:nvPr/>
        </p:nvCxnSpPr>
        <p:spPr>
          <a:xfrm xmlns:a="http://schemas.openxmlformats.org/drawingml/2006/main" flipH="0" flipV="0">
            <a:off x="6096000" y="3905250"/>
            <a:ext cx="2828925"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1" name="">
            <a:extLst xmlns:a="http://schemas.openxmlformats.org/drawingml/2006/main">
              <a:ext uri="{FF2B5EF4-FFF2-40B4-BE49-F238E27FC236}">
                <a16:creationId xmlns:a16="http://schemas.microsoft.com/office/drawing/2014/main" id="{AB9D8A02-F277-4191-B7C2-DBB16EDBFAE7}"/>
              </a:ext>
            </a:extLst>
          </p:cNvPr>
          <p:cNvCxnSpPr/>
          <p:nvPr/>
        </p:nvCxnSpPr>
        <p:spPr>
          <a:xfrm xmlns:a="http://schemas.openxmlformats.org/drawingml/2006/main" flipH="0" flipV="1">
            <a:off x="8924925" y="3438525"/>
            <a:ext cx="0" cy="466725"/>
          </a:xfrm>
          <a:prstGeom xmlns:a="http://schemas.openxmlformats.org/drawingml/2006/main" prst="straightConnector1">
            <a:avLst/>
          </a:prstGeom>
          <a:ln xmlns:a="http://schemas.openxmlformats.org/drawingml/2006/main" w="15240">
            <a:solidFill>
              <a:srgbClr val="173042"/>
            </a:solidFill>
            <a:prstDash val="dash"/>
          </a:ln>
        </p:spPr>
      </p:cxnSp>
      <p:sp>
        <p:nvSpPr>
          <p:cNvPr id="32" name="">
            <a:extLst xmlns:a="http://schemas.openxmlformats.org/drawingml/2006/main">
              <a:ext uri="{FF2B5EF4-FFF2-40B4-BE49-F238E27FC236}">
                <a16:creationId xmlns:a16="http://schemas.microsoft.com/office/drawing/2014/main" id="{2124EB44-82D4-4D42-ACE5-5D0F86C0287D}"/>
              </a:ext>
            </a:extLst>
          </p:cNvPr>
          <p:cNvSpPr>
            <a:spLocks xmlns:a="http://schemas.openxmlformats.org/drawingml/2006/main" noGrp="1"/>
          </p:cNvSpPr>
          <p:nvPr/>
        </p:nvSpPr>
        <p:spPr>
          <a:xfrm xmlns:a="http://schemas.openxmlformats.org/drawingml/2006/main">
            <a:off x="8143875" y="4476750"/>
            <a:ext cx="3429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33" name="">
            <a:extLst xmlns:a="http://schemas.openxmlformats.org/drawingml/2006/main">
              <a:ext uri="{FF2B5EF4-FFF2-40B4-BE49-F238E27FC236}">
                <a16:creationId xmlns:a16="http://schemas.microsoft.com/office/drawing/2014/main" id="{9E40C966-98C2-469F-99BD-6F0F0BFBA17C}"/>
              </a:ext>
            </a:extLst>
          </p:cNvPr>
          <p:cNvSpPr>
            <a:spLocks xmlns:a="http://schemas.openxmlformats.org/drawingml/2006/main" noGrp="1"/>
          </p:cNvSpPr>
          <p:nvPr/>
        </p:nvSpPr>
        <p:spPr>
          <a:xfrm xmlns:a="http://schemas.openxmlformats.org/drawingml/2006/main">
            <a:off x="8220075" y="4591050"/>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1">
                <a:solidFill>
                  <a:srgbClr val="173042"/>
                </a:solidFill>
                <a:latin typeface="Arial"/>
                <a:ea typeface="Arial"/>
                <a:cs typeface="Arial"/>
              </a:defRPr>
            </a:defPPr>
            <a:lvl1pPr algn="ctr">
              <a:buNone/>
              <a:defRPr sz="1500" b="1">
                <a:solidFill>
                  <a:srgbClr val="173042"/>
                </a:solidFill>
                <a:latin typeface="Arial"/>
                <a:ea typeface="Arial"/>
                <a:cs typeface="Arial"/>
              </a:defRPr>
            </a:lvl1pPr>
            <a:lvl2pPr algn="ctr">
              <a:buNone/>
              <a:defRPr sz="1500" b="1">
                <a:solidFill>
                  <a:srgbClr val="173042"/>
                </a:solidFill>
                <a:latin typeface="Arial"/>
                <a:ea typeface="Arial"/>
                <a:cs typeface="Arial"/>
              </a:defRPr>
            </a:lvl2pPr>
            <a:lvl3pPr algn="ctr">
              <a:buNone/>
              <a:defRPr sz="1500" b="1">
                <a:solidFill>
                  <a:srgbClr val="173042"/>
                </a:solidFill>
                <a:latin typeface="Arial"/>
                <a:ea typeface="Arial"/>
                <a:cs typeface="Arial"/>
              </a:defRPr>
            </a:lvl3pPr>
            <a:lvl4pPr algn="ctr">
              <a:buNone/>
              <a:defRPr sz="1500" b="1">
                <a:solidFill>
                  <a:srgbClr val="173042"/>
                </a:solidFill>
                <a:latin typeface="Arial"/>
                <a:ea typeface="Arial"/>
                <a:cs typeface="Arial"/>
              </a:defRPr>
            </a:lvl4pPr>
            <a:lvl5pPr algn="ctr">
              <a:buNone/>
              <a:defRPr sz="1500" b="1">
                <a:solidFill>
                  <a:srgbClr val="173042"/>
                </a:solidFill>
                <a:latin typeface="Arial"/>
                <a:ea typeface="Arial"/>
                <a:cs typeface="Arial"/>
              </a:defRPr>
            </a:lvl5pPr>
            <a:lvl6pPr algn="ctr">
              <a:buNone/>
              <a:defRPr sz="1500" b="1">
                <a:solidFill>
                  <a:srgbClr val="173042"/>
                </a:solidFill>
                <a:latin typeface="Arial"/>
                <a:ea typeface="Arial"/>
                <a:cs typeface="Arial"/>
              </a:defRPr>
            </a:lvl6pPr>
            <a:lvl7pPr algn="ctr">
              <a:buNone/>
              <a:defRPr sz="1500" b="1">
                <a:solidFill>
                  <a:srgbClr val="173042"/>
                </a:solidFill>
                <a:latin typeface="Arial"/>
                <a:ea typeface="Arial"/>
                <a:cs typeface="Arial"/>
              </a:defRPr>
            </a:lvl7pPr>
            <a:lvl8pPr algn="ctr">
              <a:buNone/>
              <a:defRPr sz="1500" b="1">
                <a:solidFill>
                  <a:srgbClr val="173042"/>
                </a:solidFill>
                <a:latin typeface="Arial"/>
                <a:ea typeface="Arial"/>
                <a:cs typeface="Arial"/>
              </a:defRPr>
            </a:lvl8pPr>
            <a:lvl9pPr algn="ctr">
              <a:buNone/>
              <a:defRPr sz="1500" b="1">
                <a:solidFill>
                  <a:srgbClr val="173042"/>
                </a:solidFill>
                <a:latin typeface="Arial"/>
                <a:ea typeface="Arial"/>
                <a:cs typeface="Arial"/>
              </a:defRPr>
            </a:lvl9pPr>
          </a:lstStyle>
          <a:p xmlns:a="http://schemas.openxmlformats.org/drawingml/2006/main">
            <a:pPr algn="ctr">
              <a:buNone/>
              <a:defRPr sz="1500" b="1">
                <a:solidFill>
                  <a:srgbClr val="173042"/>
                </a:solidFill>
                <a:latin typeface="Arial"/>
                <a:ea typeface="Arial"/>
                <a:cs typeface="Arial"/>
              </a:defRPr>
            </a:pPr>
            <a:r>
              <a:rPr sz="1500" b="1">
                <a:solidFill>
                  <a:srgbClr val="173042"/>
                </a:solidFill>
                <a:latin typeface="Arial"/>
                <a:ea typeface="Arial"/>
                <a:cs typeface="Arial"/>
              </a:rPr>
              <a:t>PhoneFieldValidationStrategy</a:t>
            </a:r>
          </a:p>
        </p:txBody>
      </p:sp>
      <p:cxnSp>
        <p:nvCxnSpPr>
          <p:cNvPr id="34" name="">
            <a:extLst xmlns:a="http://schemas.openxmlformats.org/drawingml/2006/main">
              <a:ext uri="{FF2B5EF4-FFF2-40B4-BE49-F238E27FC236}">
                <a16:creationId xmlns:a16="http://schemas.microsoft.com/office/drawing/2014/main" id="{82A79F95-A71E-464E-8C2C-C3A261DDB248}"/>
              </a:ext>
            </a:extLst>
          </p:cNvPr>
          <p:cNvCxnSpPr/>
          <p:nvPr/>
        </p:nvCxnSpPr>
        <p:spPr>
          <a:xfrm xmlns:a="http://schemas.openxmlformats.org/drawingml/2006/main" flipH="0" flipV="0">
            <a:off x="8143875" y="4972050"/>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35" name="">
            <a:extLst xmlns:a="http://schemas.openxmlformats.org/drawingml/2006/main">
              <a:ext uri="{FF2B5EF4-FFF2-40B4-BE49-F238E27FC236}">
                <a16:creationId xmlns:a16="http://schemas.microsoft.com/office/drawing/2014/main" id="{C7F267CA-01C8-41D8-9EE2-84D041256F27}"/>
              </a:ext>
            </a:extLst>
          </p:cNvPr>
          <p:cNvSpPr>
            <a:spLocks xmlns:a="http://schemas.openxmlformats.org/drawingml/2006/main" noGrp="1"/>
          </p:cNvSpPr>
          <p:nvPr/>
        </p:nvSpPr>
        <p:spPr>
          <a:xfrm xmlns:a="http://schemas.openxmlformats.org/drawingml/2006/main">
            <a:off x="8258175" y="50482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{format and length}</a:t>
            </a:r>
          </a:p>
        </p:txBody>
      </p:sp>
      <p:cxnSp>
        <p:nvCxnSpPr>
          <p:cNvPr id="36" name="">
            <a:extLst xmlns:a="http://schemas.openxmlformats.org/drawingml/2006/main">
              <a:ext uri="{FF2B5EF4-FFF2-40B4-BE49-F238E27FC236}">
                <a16:creationId xmlns:a16="http://schemas.microsoft.com/office/drawing/2014/main" id="{F5C51626-7E97-490B-B588-53BD322C7930}"/>
              </a:ext>
            </a:extLst>
          </p:cNvPr>
          <p:cNvCxnSpPr/>
          <p:nvPr/>
        </p:nvCxnSpPr>
        <p:spPr>
          <a:xfrm xmlns:a="http://schemas.openxmlformats.org/drawingml/2006/main" flipH="0" flipV="1">
            <a:off x="9858375" y="3905250"/>
            <a:ext cx="0" cy="571500"/>
          </a:xfrm>
          <a:prstGeom xmlns:a="http://schemas.openxmlformats.org/drawingml/2006/main" prst="straightConnector1">
            <a:avLst/>
          </a:prstGeom>
          <a:ln xmlns:a="http://schemas.openxmlformats.org/drawingml/2006/main" w="15240">
            <a:solidFill>
              <a:srgbClr val="173042"/>
            </a:solidFill>
            <a:prstDash val="dash"/>
          </a:ln>
        </p:spPr>
      </p:cxnSp>
      <p:cxnSp>
        <p:nvCxnSpPr>
          <p:cNvPr id="37" name="">
            <a:extLst xmlns:a="http://schemas.openxmlformats.org/drawingml/2006/main">
              <a:ext uri="{FF2B5EF4-FFF2-40B4-BE49-F238E27FC236}">
                <a16:creationId xmlns:a16="http://schemas.microsoft.com/office/drawing/2014/main" id="{3206EB59-6956-45CA-9B61-0DE1105C6BFD}"/>
              </a:ext>
            </a:extLst>
          </p:cNvPr>
          <p:cNvCxnSpPr/>
          <p:nvPr/>
        </p:nvCxnSpPr>
        <p:spPr>
          <a:xfrm xmlns:a="http://schemas.openxmlformats.org/drawingml/2006/main" flipH="1" flipV="0">
            <a:off x="8924925" y="3905250"/>
            <a:ext cx="933450"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8" name="">
            <a:extLst xmlns:a="http://schemas.openxmlformats.org/drawingml/2006/main">
              <a:ext uri="{FF2B5EF4-FFF2-40B4-BE49-F238E27FC236}">
                <a16:creationId xmlns:a16="http://schemas.microsoft.com/office/drawing/2014/main" id="{491716AB-520E-4D3B-A160-C9F9DC6D695A}"/>
              </a:ext>
            </a:extLst>
          </p:cNvPr>
          <p:cNvCxnSpPr/>
          <p:nvPr/>
        </p:nvCxnSpPr>
        <p:spPr>
          <a:xfrm xmlns:a="http://schemas.openxmlformats.org/drawingml/2006/main" flipH="0" flipV="1">
            <a:off x="8924925" y="3438525"/>
            <a:ext cx="0" cy="466725"/>
          </a:xfrm>
          <a:prstGeom xmlns:a="http://schemas.openxmlformats.org/drawingml/2006/main" prst="straightConnector1">
            <a:avLst/>
          </a:prstGeom>
          <a:ln xmlns:a="http://schemas.openxmlformats.org/drawingml/2006/main" w="15240">
            <a:solidFill>
              <a:srgbClr val="173042"/>
            </a:solidFill>
            <a:prstDash val="dash"/>
          </a:ln>
        </p:spPr>
      </p:cxnSp>
      <p:sp>
        <p:nvSpPr>
          <p:cNvPr id="39" name="">
            <a:extLst xmlns:a="http://schemas.openxmlformats.org/drawingml/2006/main">
              <a:ext uri="{FF2B5EF4-FFF2-40B4-BE49-F238E27FC236}">
                <a16:creationId xmlns:a16="http://schemas.microsoft.com/office/drawing/2014/main" id="{15FDF79E-C6B9-4913-946A-D68E615A4D66}"/>
              </a:ext>
            </a:extLst>
          </p:cNvPr>
          <p:cNvSpPr>
            <a:spLocks xmlns:a="http://schemas.openxmlformats.org/drawingml/2006/main" noGrp="1"/>
          </p:cNvSpPr>
          <p:nvPr/>
        </p:nvSpPr>
        <p:spPr>
          <a:xfrm xmlns:a="http://schemas.openxmlformats.org/drawingml/2006/main">
            <a:off x="8839200" y="3286125"/>
            <a:ext cx="171450" cy="171450"/>
          </a:xfrm>
          <a:custGeom xmlns:a="http://schemas.openxmlformats.org/drawingml/2006/main">
            <a:pathLst>
              <a:path w="171450" h="171450">
                <a:moveTo>
                  <a:pt x="85725" y="0"/>
                </a:moveTo>
                <a:lnTo>
                  <a:pt x="0" y="152400"/>
                </a:lnTo>
                <a:lnTo>
                  <a:pt x="171450" y="152400"/>
                </a:lnTo>
                <a:lnTo>
                  <a:pt x="85725" y="0"/>
                </a:lnTo>
                <a:close/>
              </a:path>
            </a:pathLst>
          </a:custGeom>
          <a:solidFill xmlns:a="http://schemas.openxmlformats.org/drawingml/2006/main">
            <a:srgbClr val="FFFFFF"/>
          </a:solidFill>
          <a:ln xmlns:a="http://schemas.openxmlformats.org/drawingml/2006/main" w="15240">
            <a:solidFill>
              <a:srgbClr val="173042"/>
            </a:solidFill>
          </a:ln>
        </p:spPr>
      </p:sp>
      <p:sp>
        <p:nvSpPr>
          <p:cNvPr id="40" name="">
            <a:extLst xmlns:a="http://schemas.openxmlformats.org/drawingml/2006/main">
              <a:ext uri="{FF2B5EF4-FFF2-40B4-BE49-F238E27FC236}">
                <a16:creationId xmlns:a16="http://schemas.microsoft.com/office/drawing/2014/main" id="{29992DAD-B57F-4E9D-AEE5-5322877F542D}"/>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87B75"/>
                </a:solidFill>
                <a:latin typeface="Arial"/>
                <a:ea typeface="Arial"/>
                <a:cs typeface="Arial"/>
              </a:defRPr>
            </a:defPPr>
            <a:lvl1pPr algn="l">
              <a:buNone/>
              <a:defRPr sz="1725" b="0">
                <a:solidFill>
                  <a:srgbClr val="187B75"/>
                </a:solidFill>
                <a:latin typeface="Arial"/>
                <a:ea typeface="Arial"/>
                <a:cs typeface="Arial"/>
              </a:defRPr>
            </a:lvl1pPr>
            <a:lvl2pPr algn="l">
              <a:buNone/>
              <a:defRPr sz="1725" b="0">
                <a:solidFill>
                  <a:srgbClr val="187B75"/>
                </a:solidFill>
                <a:latin typeface="Arial"/>
                <a:ea typeface="Arial"/>
                <a:cs typeface="Arial"/>
              </a:defRPr>
            </a:lvl2pPr>
            <a:lvl3pPr algn="l">
              <a:buNone/>
              <a:defRPr sz="1725" b="0">
                <a:solidFill>
                  <a:srgbClr val="187B75"/>
                </a:solidFill>
                <a:latin typeface="Arial"/>
                <a:ea typeface="Arial"/>
                <a:cs typeface="Arial"/>
              </a:defRPr>
            </a:lvl3pPr>
            <a:lvl4pPr algn="l">
              <a:buNone/>
              <a:defRPr sz="1725" b="0">
                <a:solidFill>
                  <a:srgbClr val="187B75"/>
                </a:solidFill>
                <a:latin typeface="Arial"/>
                <a:ea typeface="Arial"/>
                <a:cs typeface="Arial"/>
              </a:defRPr>
            </a:lvl4pPr>
            <a:lvl5pPr algn="l">
              <a:buNone/>
              <a:defRPr sz="1725" b="0">
                <a:solidFill>
                  <a:srgbClr val="187B75"/>
                </a:solidFill>
                <a:latin typeface="Arial"/>
                <a:ea typeface="Arial"/>
                <a:cs typeface="Arial"/>
              </a:defRPr>
            </a:lvl5pPr>
            <a:lvl6pPr algn="l">
              <a:buNone/>
              <a:defRPr sz="1725" b="0">
                <a:solidFill>
                  <a:srgbClr val="187B75"/>
                </a:solidFill>
                <a:latin typeface="Arial"/>
                <a:ea typeface="Arial"/>
                <a:cs typeface="Arial"/>
              </a:defRPr>
            </a:lvl6pPr>
            <a:lvl7pPr algn="l">
              <a:buNone/>
              <a:defRPr sz="1725" b="0">
                <a:solidFill>
                  <a:srgbClr val="187B75"/>
                </a:solidFill>
                <a:latin typeface="Arial"/>
                <a:ea typeface="Arial"/>
                <a:cs typeface="Arial"/>
              </a:defRPr>
            </a:lvl7pPr>
            <a:lvl8pPr algn="l">
              <a:buNone/>
              <a:defRPr sz="1725" b="0">
                <a:solidFill>
                  <a:srgbClr val="187B75"/>
                </a:solidFill>
                <a:latin typeface="Arial"/>
                <a:ea typeface="Arial"/>
                <a:cs typeface="Arial"/>
              </a:defRPr>
            </a:lvl8pPr>
            <a:lvl9pPr algn="l">
              <a:buNone/>
              <a:defRPr sz="1725" b="0">
                <a:solidFill>
                  <a:srgbClr val="187B75"/>
                </a:solidFill>
                <a:latin typeface="Arial"/>
                <a:ea typeface="Arial"/>
                <a:cs typeface="Arial"/>
              </a:defRPr>
            </a:lvl9pPr>
          </a:lstStyle>
          <a:p xmlns:a="http://schemas.openxmlformats.org/drawingml/2006/main">
            <a:pPr algn="l">
              <a:buNone/>
              <a:defRPr sz="1725" b="0">
                <a:solidFill>
                  <a:srgbClr val="187B75"/>
                </a:solidFill>
                <a:latin typeface="Arial"/>
                <a:ea typeface="Arial"/>
                <a:cs typeface="Arial"/>
              </a:defRPr>
            </a:pPr>
            <a:r>
              <a:rPr sz="1725" b="0">
                <a:solidFill>
                  <a:srgbClr val="187B75"/>
                </a:solidFill>
                <a:latin typeface="Arial"/>
                <a:ea typeface="Arial"/>
                <a:cs typeface="Arial"/>
              </a:rPr>
              <a:t>Shared by BookingService and PreRegistrationService. Common presence/privacy checks run first.</a:t>
            </a:r>
          </a:p>
        </p:txBody>
      </p:sp>
      <p:cxnSp>
        <p:nvCxnSpPr>
          <p:cNvPr id="42" name="Footer rule">
            <a:extLst xmlns:a="http://schemas.openxmlformats.org/drawingml/2006/main">
              <a:ext uri="{FF2B5EF4-FFF2-40B4-BE49-F238E27FC236}">
                <a16:creationId xmlns:a16="http://schemas.microsoft.com/office/drawing/2014/main" id="{8C39910A-F884-4C55-8D18-54B27DD1C493}"/>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82275202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28F1B155-1CBA-411F-9315-9F00CA3C08AC}"/>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B83654BA-B287-495E-91CA-AAF6B5A2DA9E}"/>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State class diagram</a:t>
            </a:r>
          </a:p>
        </p:txBody>
      </p:sp>
      <p:sp>
        <p:nvSpPr>
          <p:cNvPr id="3" name="">
            <a:extLst xmlns:a="http://schemas.openxmlformats.org/drawingml/2006/main">
              <a:ext uri="{FF2B5EF4-FFF2-40B4-BE49-F238E27FC236}">
                <a16:creationId xmlns:a16="http://schemas.microsoft.com/office/drawing/2014/main" id="{915B14FE-6467-41C6-A31A-7D56F02768E6}"/>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BAABD470-D5ED-4452-9E8E-C11484CD2164}"/>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89F5CA42-5637-4B50-874E-224AFEA20748}"/>
              </a:ext>
            </a:extLst>
          </p:cNvPr>
          <p:cNvSpPr>
            <a:spLocks xmlns:a="http://schemas.openxmlformats.org/drawingml/2006/main" noGrp="1"/>
          </p:cNvSpPr>
          <p:nvPr/>
        </p:nvSpPr>
        <p:spPr>
          <a:xfrm xmlns:a="http://schemas.openxmlformats.org/drawingml/2006/main">
            <a:off x="609600" y="1714500"/>
            <a:ext cx="3619500" cy="2143125"/>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CD4689A0-63CB-42D3-A1ED-B1E06CBE09D0}"/>
              </a:ext>
            </a:extLst>
          </p:cNvPr>
          <p:cNvSpPr>
            <a:spLocks xmlns:a="http://schemas.openxmlformats.org/drawingml/2006/main" noGrp="1"/>
          </p:cNvSpPr>
          <p:nvPr/>
        </p:nvSpPr>
        <p:spPr>
          <a:xfrm xmlns:a="http://schemas.openxmlformats.org/drawingml/2006/main">
            <a:off x="685800" y="1828800"/>
            <a:ext cx="3467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IssuedTicket</a:t>
            </a:r>
          </a:p>
        </p:txBody>
      </p:sp>
      <p:cxnSp>
        <p:nvCxnSpPr>
          <p:cNvPr id="7" name="">
            <a:extLst xmlns:a="http://schemas.openxmlformats.org/drawingml/2006/main">
              <a:ext uri="{FF2B5EF4-FFF2-40B4-BE49-F238E27FC236}">
                <a16:creationId xmlns:a16="http://schemas.microsoft.com/office/drawing/2014/main" id="{2F24C3D8-21D6-4A1D-B0DB-7E6FF3A16A00}"/>
              </a:ext>
            </a:extLst>
          </p:cNvPr>
          <p:cNvCxnSpPr/>
          <p:nvPr/>
        </p:nvCxnSpPr>
        <p:spPr>
          <a:xfrm xmlns:a="http://schemas.openxmlformats.org/drawingml/2006/main" flipH="0" flipV="0">
            <a:off x="609600" y="2209800"/>
            <a:ext cx="3619500" cy="0"/>
          </a:xfrm>
          <a:prstGeom xmlns:a="http://schemas.openxmlformats.org/drawingml/2006/main" prst="straightConnector1">
            <a:avLst/>
          </a:prstGeom>
          <a:ln xmlns:a="http://schemas.openxmlformats.org/drawingml/2006/main" w="15240">
            <a:solidFill>
              <a:srgbClr val="173042"/>
            </a:solidFill>
            <a:prstDash val="solid"/>
          </a:ln>
        </p:spPr>
      </p:cxnSp>
      <p:sp>
        <p:nvSpPr>
          <p:cNvPr id="8" name="">
            <a:extLst xmlns:a="http://schemas.openxmlformats.org/drawingml/2006/main">
              <a:ext uri="{FF2B5EF4-FFF2-40B4-BE49-F238E27FC236}">
                <a16:creationId xmlns:a16="http://schemas.microsoft.com/office/drawing/2014/main" id="{925455CD-9971-407C-963C-EB0CBA166A71}"/>
              </a:ext>
            </a:extLst>
          </p:cNvPr>
          <p:cNvSpPr>
            <a:spLocks xmlns:a="http://schemas.openxmlformats.org/drawingml/2006/main" noGrp="1"/>
          </p:cNvSpPr>
          <p:nvPr/>
        </p:nvSpPr>
        <p:spPr>
          <a:xfrm xmlns:a="http://schemas.openxmlformats.org/drawingml/2006/main">
            <a:off x="723900" y="2286000"/>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status : String</a:t>
            </a:r>
          </a:p>
        </p:txBody>
      </p:sp>
      <p:cxnSp>
        <p:nvCxnSpPr>
          <p:cNvPr id="9" name="">
            <a:extLst xmlns:a="http://schemas.openxmlformats.org/drawingml/2006/main">
              <a:ext uri="{FF2B5EF4-FFF2-40B4-BE49-F238E27FC236}">
                <a16:creationId xmlns:a16="http://schemas.microsoft.com/office/drawing/2014/main" id="{09025367-DC6A-4825-B96C-851C29F2B9B4}"/>
              </a:ext>
            </a:extLst>
          </p:cNvPr>
          <p:cNvCxnSpPr/>
          <p:nvPr/>
        </p:nvCxnSpPr>
        <p:spPr>
          <a:xfrm xmlns:a="http://schemas.openxmlformats.org/drawingml/2006/main" flipH="0" flipV="0">
            <a:off x="609600" y="2819400"/>
            <a:ext cx="3619500" cy="0"/>
          </a:xfrm>
          <a:prstGeom xmlns:a="http://schemas.openxmlformats.org/drawingml/2006/main" prst="straightConnector1">
            <a:avLst/>
          </a:prstGeom>
          <a:ln xmlns:a="http://schemas.openxmlformats.org/drawingml/2006/main" w="15240">
            <a:solidFill>
              <a:srgbClr val="173042"/>
            </a:solidFill>
            <a:prstDash val="solid"/>
          </a:ln>
        </p:spPr>
      </p:cxnSp>
      <p:sp>
        <p:nvSpPr>
          <p:cNvPr id="10" name="">
            <a:extLst xmlns:a="http://schemas.openxmlformats.org/drawingml/2006/main">
              <a:ext uri="{FF2B5EF4-FFF2-40B4-BE49-F238E27FC236}">
                <a16:creationId xmlns:a16="http://schemas.microsoft.com/office/drawing/2014/main" id="{BD460A1B-9CF3-4674-BB27-9ABCC93C3813}"/>
              </a:ext>
            </a:extLst>
          </p:cNvPr>
          <p:cNvSpPr>
            <a:spLocks xmlns:a="http://schemas.openxmlformats.org/drawingml/2006/main" noGrp="1"/>
          </p:cNvSpPr>
          <p:nvPr/>
        </p:nvSpPr>
        <p:spPr>
          <a:xfrm xmlns:a="http://schemas.openxmlformats.org/drawingml/2006/main">
            <a:off x="723900" y="2895600"/>
            <a:ext cx="3390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checkIn(now)</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voidTicket(now)</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currentState() : TicketState</a:t>
            </a:r>
          </a:p>
        </p:txBody>
      </p:sp>
      <p:sp>
        <p:nvSpPr>
          <p:cNvPr id="11" name="">
            <a:extLst xmlns:a="http://schemas.openxmlformats.org/drawingml/2006/main">
              <a:ext uri="{FF2B5EF4-FFF2-40B4-BE49-F238E27FC236}">
                <a16:creationId xmlns:a16="http://schemas.microsoft.com/office/drawing/2014/main" id="{C4BB4586-89F4-4D9E-9987-C3433D4CD3B7}"/>
              </a:ext>
            </a:extLst>
          </p:cNvPr>
          <p:cNvSpPr>
            <a:spLocks xmlns:a="http://schemas.openxmlformats.org/drawingml/2006/main" noGrp="1"/>
          </p:cNvSpPr>
          <p:nvPr/>
        </p:nvSpPr>
        <p:spPr>
          <a:xfrm xmlns:a="http://schemas.openxmlformats.org/drawingml/2006/main">
            <a:off x="6477000" y="1714500"/>
            <a:ext cx="50958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2" name="">
            <a:extLst xmlns:a="http://schemas.openxmlformats.org/drawingml/2006/main">
              <a:ext uri="{FF2B5EF4-FFF2-40B4-BE49-F238E27FC236}">
                <a16:creationId xmlns:a16="http://schemas.microsoft.com/office/drawing/2014/main" id="{5D0DD31A-9D07-4468-8490-563226EEBCDA}"/>
              </a:ext>
            </a:extLst>
          </p:cNvPr>
          <p:cNvSpPr>
            <a:spLocks xmlns:a="http://schemas.openxmlformats.org/drawingml/2006/main" noGrp="1"/>
          </p:cNvSpPr>
          <p:nvPr/>
        </p:nvSpPr>
        <p:spPr>
          <a:xfrm xmlns:a="http://schemas.openxmlformats.org/drawingml/2006/main">
            <a:off x="6553200" y="1781175"/>
            <a:ext cx="4943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187B75"/>
                </a:solidFill>
                <a:latin typeface="Arial"/>
                <a:ea typeface="Arial"/>
                <a:cs typeface="Arial"/>
              </a:defRPr>
            </a:defPPr>
            <a:lvl1pPr algn="ctr">
              <a:buNone/>
              <a:defRPr sz="1350" b="0">
                <a:solidFill>
                  <a:srgbClr val="187B75"/>
                </a:solidFill>
                <a:latin typeface="Arial"/>
                <a:ea typeface="Arial"/>
                <a:cs typeface="Arial"/>
              </a:defRPr>
            </a:lvl1pPr>
            <a:lvl2pPr algn="ctr">
              <a:buNone/>
              <a:defRPr sz="1350" b="0">
                <a:solidFill>
                  <a:srgbClr val="187B75"/>
                </a:solidFill>
                <a:latin typeface="Arial"/>
                <a:ea typeface="Arial"/>
                <a:cs typeface="Arial"/>
              </a:defRPr>
            </a:lvl2pPr>
            <a:lvl3pPr algn="ctr">
              <a:buNone/>
              <a:defRPr sz="1350" b="0">
                <a:solidFill>
                  <a:srgbClr val="187B75"/>
                </a:solidFill>
                <a:latin typeface="Arial"/>
                <a:ea typeface="Arial"/>
                <a:cs typeface="Arial"/>
              </a:defRPr>
            </a:lvl3pPr>
            <a:lvl4pPr algn="ctr">
              <a:buNone/>
              <a:defRPr sz="1350" b="0">
                <a:solidFill>
                  <a:srgbClr val="187B75"/>
                </a:solidFill>
                <a:latin typeface="Arial"/>
                <a:ea typeface="Arial"/>
                <a:cs typeface="Arial"/>
              </a:defRPr>
            </a:lvl4pPr>
            <a:lvl5pPr algn="ctr">
              <a:buNone/>
              <a:defRPr sz="1350" b="0">
                <a:solidFill>
                  <a:srgbClr val="187B75"/>
                </a:solidFill>
                <a:latin typeface="Arial"/>
                <a:ea typeface="Arial"/>
                <a:cs typeface="Arial"/>
              </a:defRPr>
            </a:lvl5pPr>
            <a:lvl6pPr algn="ctr">
              <a:buNone/>
              <a:defRPr sz="1350" b="0">
                <a:solidFill>
                  <a:srgbClr val="187B75"/>
                </a:solidFill>
                <a:latin typeface="Arial"/>
                <a:ea typeface="Arial"/>
                <a:cs typeface="Arial"/>
              </a:defRPr>
            </a:lvl6pPr>
            <a:lvl7pPr algn="ctr">
              <a:buNone/>
              <a:defRPr sz="1350" b="0">
                <a:solidFill>
                  <a:srgbClr val="187B75"/>
                </a:solidFill>
                <a:latin typeface="Arial"/>
                <a:ea typeface="Arial"/>
                <a:cs typeface="Arial"/>
              </a:defRPr>
            </a:lvl7pPr>
            <a:lvl8pPr algn="ctr">
              <a:buNone/>
              <a:defRPr sz="1350" b="0">
                <a:solidFill>
                  <a:srgbClr val="187B75"/>
                </a:solidFill>
                <a:latin typeface="Arial"/>
                <a:ea typeface="Arial"/>
                <a:cs typeface="Arial"/>
              </a:defRPr>
            </a:lvl8pPr>
            <a:lvl9pPr algn="ctr">
              <a:buNone/>
              <a:defRPr sz="1350" b="0">
                <a:solidFill>
                  <a:srgbClr val="187B75"/>
                </a:solidFill>
                <a:latin typeface="Arial"/>
                <a:ea typeface="Arial"/>
                <a:cs typeface="Arial"/>
              </a:defRPr>
            </a:lvl9pPr>
          </a:lstStyle>
          <a:p xmlns:a="http://schemas.openxmlformats.org/drawingml/2006/main">
            <a:pPr algn="ctr">
              <a:buNone/>
              <a:defRPr sz="1350" b="0">
                <a:solidFill>
                  <a:srgbClr val="187B75"/>
                </a:solidFill>
                <a:latin typeface="Arial"/>
                <a:ea typeface="Arial"/>
                <a:cs typeface="Arial"/>
              </a:defRPr>
            </a:pPr>
            <a:r>
              <a:rPr sz="1350" b="0">
                <a:solidFill>
                  <a:srgbClr val="187B75"/>
                </a:solidFill>
                <a:latin typeface="Arial"/>
                <a:ea typeface="Arial"/>
                <a:cs typeface="Arial"/>
              </a:rPr>
              <a:t>«interface»</a:t>
            </a:r>
          </a:p>
        </p:txBody>
      </p:sp>
      <p:sp>
        <p:nvSpPr>
          <p:cNvPr id="13" name="">
            <a:extLst xmlns:a="http://schemas.openxmlformats.org/drawingml/2006/main">
              <a:ext uri="{FF2B5EF4-FFF2-40B4-BE49-F238E27FC236}">
                <a16:creationId xmlns:a16="http://schemas.microsoft.com/office/drawing/2014/main" id="{8B16048E-8070-43DB-A668-9BB3A16321F1}"/>
              </a:ext>
            </a:extLst>
          </p:cNvPr>
          <p:cNvSpPr>
            <a:spLocks xmlns:a="http://schemas.openxmlformats.org/drawingml/2006/main" noGrp="1"/>
          </p:cNvSpPr>
          <p:nvPr/>
        </p:nvSpPr>
        <p:spPr>
          <a:xfrm xmlns:a="http://schemas.openxmlformats.org/drawingml/2006/main">
            <a:off x="6553200" y="2038350"/>
            <a:ext cx="4943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173042"/>
                </a:solidFill>
                <a:latin typeface="Arial"/>
                <a:ea typeface="Arial"/>
                <a:cs typeface="Arial"/>
              </a:defRPr>
            </a:defPPr>
            <a:lvl1pPr algn="ctr">
              <a:buNone/>
              <a:defRPr sz="1875" b="1">
                <a:solidFill>
                  <a:srgbClr val="173042"/>
                </a:solidFill>
                <a:latin typeface="Arial"/>
                <a:ea typeface="Arial"/>
                <a:cs typeface="Arial"/>
              </a:defRPr>
            </a:lvl1pPr>
            <a:lvl2pPr algn="ctr">
              <a:buNone/>
              <a:defRPr sz="1875" b="1">
                <a:solidFill>
                  <a:srgbClr val="173042"/>
                </a:solidFill>
                <a:latin typeface="Arial"/>
                <a:ea typeface="Arial"/>
                <a:cs typeface="Arial"/>
              </a:defRPr>
            </a:lvl2pPr>
            <a:lvl3pPr algn="ctr">
              <a:buNone/>
              <a:defRPr sz="1875" b="1">
                <a:solidFill>
                  <a:srgbClr val="173042"/>
                </a:solidFill>
                <a:latin typeface="Arial"/>
                <a:ea typeface="Arial"/>
                <a:cs typeface="Arial"/>
              </a:defRPr>
            </a:lvl3pPr>
            <a:lvl4pPr algn="ctr">
              <a:buNone/>
              <a:defRPr sz="1875" b="1">
                <a:solidFill>
                  <a:srgbClr val="173042"/>
                </a:solidFill>
                <a:latin typeface="Arial"/>
                <a:ea typeface="Arial"/>
                <a:cs typeface="Arial"/>
              </a:defRPr>
            </a:lvl4pPr>
            <a:lvl5pPr algn="ctr">
              <a:buNone/>
              <a:defRPr sz="1875" b="1">
                <a:solidFill>
                  <a:srgbClr val="173042"/>
                </a:solidFill>
                <a:latin typeface="Arial"/>
                <a:ea typeface="Arial"/>
                <a:cs typeface="Arial"/>
              </a:defRPr>
            </a:lvl5pPr>
            <a:lvl6pPr algn="ctr">
              <a:buNone/>
              <a:defRPr sz="1875" b="1">
                <a:solidFill>
                  <a:srgbClr val="173042"/>
                </a:solidFill>
                <a:latin typeface="Arial"/>
                <a:ea typeface="Arial"/>
                <a:cs typeface="Arial"/>
              </a:defRPr>
            </a:lvl6pPr>
            <a:lvl7pPr algn="ctr">
              <a:buNone/>
              <a:defRPr sz="1875" b="1">
                <a:solidFill>
                  <a:srgbClr val="173042"/>
                </a:solidFill>
                <a:latin typeface="Arial"/>
                <a:ea typeface="Arial"/>
                <a:cs typeface="Arial"/>
              </a:defRPr>
            </a:lvl7pPr>
            <a:lvl8pPr algn="ctr">
              <a:buNone/>
              <a:defRPr sz="1875" b="1">
                <a:solidFill>
                  <a:srgbClr val="173042"/>
                </a:solidFill>
                <a:latin typeface="Arial"/>
                <a:ea typeface="Arial"/>
                <a:cs typeface="Arial"/>
              </a:defRPr>
            </a:lvl8pPr>
            <a:lvl9pPr algn="ctr">
              <a:buNone/>
              <a:defRPr sz="1875" b="1">
                <a:solidFill>
                  <a:srgbClr val="173042"/>
                </a:solidFill>
                <a:latin typeface="Arial"/>
                <a:ea typeface="Arial"/>
                <a:cs typeface="Arial"/>
              </a:defRPr>
            </a:lvl9pPr>
          </a:lstStyle>
          <a:p xmlns:a="http://schemas.openxmlformats.org/drawingml/2006/main">
            <a:pPr algn="ctr">
              <a:buNone/>
              <a:defRPr sz="1875" b="1">
                <a:solidFill>
                  <a:srgbClr val="173042"/>
                </a:solidFill>
                <a:latin typeface="Arial"/>
                <a:ea typeface="Arial"/>
                <a:cs typeface="Arial"/>
              </a:defRPr>
            </a:pPr>
            <a:r>
              <a:rPr sz="1875" b="1">
                <a:solidFill>
                  <a:srgbClr val="173042"/>
                </a:solidFill>
                <a:latin typeface="Arial"/>
                <a:ea typeface="Arial"/>
                <a:cs typeface="Arial"/>
              </a:rPr>
              <a:t>TicketState</a:t>
            </a:r>
          </a:p>
        </p:txBody>
      </p:sp>
      <p:cxnSp>
        <p:nvCxnSpPr>
          <p:cNvPr id="14" name="">
            <a:extLst xmlns:a="http://schemas.openxmlformats.org/drawingml/2006/main">
              <a:ext uri="{FF2B5EF4-FFF2-40B4-BE49-F238E27FC236}">
                <a16:creationId xmlns:a16="http://schemas.microsoft.com/office/drawing/2014/main" id="{F4A9509A-C84A-4638-9BD5-C540E2760E77}"/>
              </a:ext>
            </a:extLst>
          </p:cNvPr>
          <p:cNvCxnSpPr/>
          <p:nvPr/>
        </p:nvCxnSpPr>
        <p:spPr>
          <a:xfrm xmlns:a="http://schemas.openxmlformats.org/drawingml/2006/main" flipH="0" flipV="0">
            <a:off x="6477000" y="2400300"/>
            <a:ext cx="5095875" cy="0"/>
          </a:xfrm>
          <a:prstGeom xmlns:a="http://schemas.openxmlformats.org/drawingml/2006/main" prst="straightConnector1">
            <a:avLst/>
          </a:prstGeom>
          <a:ln xmlns:a="http://schemas.openxmlformats.org/drawingml/2006/main" w="15240">
            <a:solidFill>
              <a:srgbClr val="173042"/>
            </a:solidFill>
            <a:prstDash val="solid"/>
          </a:ln>
        </p:spPr>
      </p:cxnSp>
      <p:sp>
        <p:nvSpPr>
          <p:cNvPr id="15" name="">
            <a:extLst xmlns:a="http://schemas.openxmlformats.org/drawingml/2006/main">
              <a:ext uri="{FF2B5EF4-FFF2-40B4-BE49-F238E27FC236}">
                <a16:creationId xmlns:a16="http://schemas.microsoft.com/office/drawing/2014/main" id="{499C7C3D-5E31-41C5-925D-D72EA24FBFFD}"/>
              </a:ext>
            </a:extLst>
          </p:cNvPr>
          <p:cNvSpPr>
            <a:spLocks xmlns:a="http://schemas.openxmlformats.org/drawingml/2006/main" noGrp="1"/>
          </p:cNvSpPr>
          <p:nvPr/>
        </p:nvSpPr>
        <p:spPr>
          <a:xfrm xmlns:a="http://schemas.openxmlformats.org/drawingml/2006/main">
            <a:off x="6591300" y="2476500"/>
            <a:ext cx="48672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code() : String</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checkIn(ticket, now)</a:t>
            </a:r>
          </a:p>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 voidTicket(ticket, now)</a:t>
            </a:r>
          </a:p>
        </p:txBody>
      </p:sp>
      <p:cxnSp>
        <p:nvCxnSpPr>
          <p:cNvPr id="16" name="">
            <a:extLst xmlns:a="http://schemas.openxmlformats.org/drawingml/2006/main">
              <a:ext uri="{FF2B5EF4-FFF2-40B4-BE49-F238E27FC236}">
                <a16:creationId xmlns:a16="http://schemas.microsoft.com/office/drawing/2014/main" id="{DF508E07-E5AA-45F0-AEA1-1257CABCCBCE}"/>
              </a:ext>
            </a:extLst>
          </p:cNvPr>
          <p:cNvCxnSpPr/>
          <p:nvPr/>
        </p:nvCxnSpPr>
        <p:spPr>
          <a:xfrm xmlns:a="http://schemas.openxmlformats.org/drawingml/2006/main" flipH="0" flipV="0">
            <a:off x="4229100" y="2714625"/>
            <a:ext cx="2247900" cy="0"/>
          </a:xfrm>
          <a:prstGeom xmlns:a="http://schemas.openxmlformats.org/drawingml/2006/main" prst="straightConnector1">
            <a:avLst/>
          </a:prstGeom>
          <a:ln xmlns:a="http://schemas.openxmlformats.org/drawingml/2006/main" w="15240">
            <a:solidFill>
              <a:srgbClr val="173042"/>
            </a:solidFill>
            <a:prstDash val="dash"/>
            <a:tailEnd type="arrow" w="med" len="med"/>
          </a:ln>
        </p:spPr>
      </p:cxnSp>
      <p:sp>
        <p:nvSpPr>
          <p:cNvPr id="17" name="">
            <a:extLst xmlns:a="http://schemas.openxmlformats.org/drawingml/2006/main">
              <a:ext uri="{FF2B5EF4-FFF2-40B4-BE49-F238E27FC236}">
                <a16:creationId xmlns:a16="http://schemas.microsoft.com/office/drawing/2014/main" id="{972F7CE1-22E1-444A-9CD7-FC5CFF1D9466}"/>
              </a:ext>
            </a:extLst>
          </p:cNvPr>
          <p:cNvSpPr>
            <a:spLocks xmlns:a="http://schemas.openxmlformats.org/drawingml/2006/main" noGrp="1"/>
          </p:cNvSpPr>
          <p:nvPr/>
        </p:nvSpPr>
        <p:spPr>
          <a:xfrm xmlns:a="http://schemas.openxmlformats.org/drawingml/2006/main">
            <a:off x="4667250" y="23431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delegates</a:t>
            </a:r>
          </a:p>
        </p:txBody>
      </p:sp>
      <p:sp>
        <p:nvSpPr>
          <p:cNvPr id="18" name="">
            <a:extLst xmlns:a="http://schemas.openxmlformats.org/drawingml/2006/main">
              <a:ext uri="{FF2B5EF4-FFF2-40B4-BE49-F238E27FC236}">
                <a16:creationId xmlns:a16="http://schemas.microsoft.com/office/drawing/2014/main" id="{5EF848C0-4705-4E1D-AA05-6EAA99D75986}"/>
              </a:ext>
            </a:extLst>
          </p:cNvPr>
          <p:cNvSpPr>
            <a:spLocks xmlns:a="http://schemas.openxmlformats.org/drawingml/2006/main" noGrp="1"/>
          </p:cNvSpPr>
          <p:nvPr/>
        </p:nvSpPr>
        <p:spPr>
          <a:xfrm xmlns:a="http://schemas.openxmlformats.org/drawingml/2006/main">
            <a:off x="609600" y="4714875"/>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19" name="">
            <a:extLst xmlns:a="http://schemas.openxmlformats.org/drawingml/2006/main">
              <a:ext uri="{FF2B5EF4-FFF2-40B4-BE49-F238E27FC236}">
                <a16:creationId xmlns:a16="http://schemas.microsoft.com/office/drawing/2014/main" id="{9F15FD11-93E2-429C-8C8D-8BCE15D34C71}"/>
              </a:ext>
            </a:extLst>
          </p:cNvPr>
          <p:cNvSpPr>
            <a:spLocks xmlns:a="http://schemas.openxmlformats.org/drawingml/2006/main" noGrp="1"/>
          </p:cNvSpPr>
          <p:nvPr/>
        </p:nvSpPr>
        <p:spPr>
          <a:xfrm xmlns:a="http://schemas.openxmlformats.org/drawingml/2006/main">
            <a:off x="685800" y="4829175"/>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042"/>
                </a:solidFill>
                <a:latin typeface="Arial"/>
                <a:ea typeface="Arial"/>
                <a:cs typeface="Arial"/>
              </a:defRPr>
            </a:defPPr>
            <a:lvl1pPr algn="ctr">
              <a:buNone/>
              <a:defRPr sz="1725" b="1">
                <a:solidFill>
                  <a:srgbClr val="173042"/>
                </a:solidFill>
                <a:latin typeface="Arial"/>
                <a:ea typeface="Arial"/>
                <a:cs typeface="Arial"/>
              </a:defRPr>
            </a:lvl1pPr>
            <a:lvl2pPr algn="ctr">
              <a:buNone/>
              <a:defRPr sz="1725" b="1">
                <a:solidFill>
                  <a:srgbClr val="173042"/>
                </a:solidFill>
                <a:latin typeface="Arial"/>
                <a:ea typeface="Arial"/>
                <a:cs typeface="Arial"/>
              </a:defRPr>
            </a:lvl2pPr>
            <a:lvl3pPr algn="ctr">
              <a:buNone/>
              <a:defRPr sz="1725" b="1">
                <a:solidFill>
                  <a:srgbClr val="173042"/>
                </a:solidFill>
                <a:latin typeface="Arial"/>
                <a:ea typeface="Arial"/>
                <a:cs typeface="Arial"/>
              </a:defRPr>
            </a:lvl3pPr>
            <a:lvl4pPr algn="ctr">
              <a:buNone/>
              <a:defRPr sz="1725" b="1">
                <a:solidFill>
                  <a:srgbClr val="173042"/>
                </a:solidFill>
                <a:latin typeface="Arial"/>
                <a:ea typeface="Arial"/>
                <a:cs typeface="Arial"/>
              </a:defRPr>
            </a:lvl4pPr>
            <a:lvl5pPr algn="ctr">
              <a:buNone/>
              <a:defRPr sz="1725" b="1">
                <a:solidFill>
                  <a:srgbClr val="173042"/>
                </a:solidFill>
                <a:latin typeface="Arial"/>
                <a:ea typeface="Arial"/>
                <a:cs typeface="Arial"/>
              </a:defRPr>
            </a:lvl5pPr>
            <a:lvl6pPr algn="ctr">
              <a:buNone/>
              <a:defRPr sz="1725" b="1">
                <a:solidFill>
                  <a:srgbClr val="173042"/>
                </a:solidFill>
                <a:latin typeface="Arial"/>
                <a:ea typeface="Arial"/>
                <a:cs typeface="Arial"/>
              </a:defRPr>
            </a:lvl6pPr>
            <a:lvl7pPr algn="ctr">
              <a:buNone/>
              <a:defRPr sz="1725" b="1">
                <a:solidFill>
                  <a:srgbClr val="173042"/>
                </a:solidFill>
                <a:latin typeface="Arial"/>
                <a:ea typeface="Arial"/>
                <a:cs typeface="Arial"/>
              </a:defRPr>
            </a:lvl7pPr>
            <a:lvl8pPr algn="ctr">
              <a:buNone/>
              <a:defRPr sz="1725" b="1">
                <a:solidFill>
                  <a:srgbClr val="173042"/>
                </a:solidFill>
                <a:latin typeface="Arial"/>
                <a:ea typeface="Arial"/>
                <a:cs typeface="Arial"/>
              </a:defRPr>
            </a:lvl8pPr>
            <a:lvl9pPr algn="ctr">
              <a:buNone/>
              <a:defRPr sz="1725" b="1">
                <a:solidFill>
                  <a:srgbClr val="173042"/>
                </a:solidFill>
                <a:latin typeface="Arial"/>
                <a:ea typeface="Arial"/>
                <a:cs typeface="Arial"/>
              </a:defRPr>
            </a:lvl9pPr>
          </a:lstStyle>
          <a:p xmlns:a="http://schemas.openxmlformats.org/drawingml/2006/main">
            <a:pPr algn="ctr">
              <a:buNone/>
              <a:defRPr sz="1725" b="1">
                <a:solidFill>
                  <a:srgbClr val="173042"/>
                </a:solidFill>
                <a:latin typeface="Arial"/>
                <a:ea typeface="Arial"/>
                <a:cs typeface="Arial"/>
              </a:defRPr>
            </a:pPr>
            <a:r>
              <a:rPr sz="1725" b="1">
                <a:solidFill>
                  <a:srgbClr val="173042"/>
                </a:solidFill>
                <a:latin typeface="Arial"/>
                <a:ea typeface="Arial"/>
                <a:cs typeface="Arial"/>
              </a:rPr>
              <a:t>ValidTicketState</a:t>
            </a:r>
          </a:p>
        </p:txBody>
      </p:sp>
      <p:cxnSp>
        <p:nvCxnSpPr>
          <p:cNvPr id="20" name="">
            <a:extLst xmlns:a="http://schemas.openxmlformats.org/drawingml/2006/main">
              <a:ext uri="{FF2B5EF4-FFF2-40B4-BE49-F238E27FC236}">
                <a16:creationId xmlns:a16="http://schemas.microsoft.com/office/drawing/2014/main" id="{A2B88D87-F99A-4E62-B696-261534115D4F}"/>
              </a:ext>
            </a:extLst>
          </p:cNvPr>
          <p:cNvCxnSpPr/>
          <p:nvPr/>
        </p:nvCxnSpPr>
        <p:spPr>
          <a:xfrm xmlns:a="http://schemas.openxmlformats.org/drawingml/2006/main" flipH="0" flipV="0">
            <a:off x="609600" y="5210175"/>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21" name="">
            <a:extLst xmlns:a="http://schemas.openxmlformats.org/drawingml/2006/main">
              <a:ext uri="{FF2B5EF4-FFF2-40B4-BE49-F238E27FC236}">
                <a16:creationId xmlns:a16="http://schemas.microsoft.com/office/drawing/2014/main" id="{CE0188D1-AA4B-4E3B-8BE0-CBC378493823}"/>
              </a:ext>
            </a:extLst>
          </p:cNvPr>
          <p:cNvSpPr>
            <a:spLocks xmlns:a="http://schemas.openxmlformats.org/drawingml/2006/main" noGrp="1"/>
          </p:cNvSpPr>
          <p:nvPr/>
        </p:nvSpPr>
        <p:spPr>
          <a:xfrm xmlns:a="http://schemas.openxmlformats.org/drawingml/2006/main">
            <a:off x="723900" y="5286375"/>
            <a:ext cx="320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{check in or void}</a:t>
            </a:r>
          </a:p>
        </p:txBody>
      </p:sp>
      <p:cxnSp>
        <p:nvCxnSpPr>
          <p:cNvPr id="22" name="">
            <a:extLst xmlns:a="http://schemas.openxmlformats.org/drawingml/2006/main">
              <a:ext uri="{FF2B5EF4-FFF2-40B4-BE49-F238E27FC236}">
                <a16:creationId xmlns:a16="http://schemas.microsoft.com/office/drawing/2014/main" id="{A0AC017C-6A89-4C18-BF45-D9DC3DA0889C}"/>
              </a:ext>
            </a:extLst>
          </p:cNvPr>
          <p:cNvCxnSpPr/>
          <p:nvPr/>
        </p:nvCxnSpPr>
        <p:spPr>
          <a:xfrm xmlns:a="http://schemas.openxmlformats.org/drawingml/2006/main" flipH="0" flipV="1">
            <a:off x="2324100" y="4238625"/>
            <a:ext cx="0" cy="476250"/>
          </a:xfrm>
          <a:prstGeom xmlns:a="http://schemas.openxmlformats.org/drawingml/2006/main" prst="straightConnector1">
            <a:avLst/>
          </a:prstGeom>
          <a:ln xmlns:a="http://schemas.openxmlformats.org/drawingml/2006/main" w="15240">
            <a:solidFill>
              <a:srgbClr val="173042"/>
            </a:solidFill>
            <a:prstDash val="dash"/>
          </a:ln>
        </p:spPr>
      </p:cxnSp>
      <p:cxnSp>
        <p:nvCxnSpPr>
          <p:cNvPr id="23" name="">
            <a:extLst xmlns:a="http://schemas.openxmlformats.org/drawingml/2006/main">
              <a:ext uri="{FF2B5EF4-FFF2-40B4-BE49-F238E27FC236}">
                <a16:creationId xmlns:a16="http://schemas.microsoft.com/office/drawing/2014/main" id="{3C8B5B3C-0ECB-48D6-B19A-0CD25430CCAB}"/>
              </a:ext>
            </a:extLst>
          </p:cNvPr>
          <p:cNvCxnSpPr/>
          <p:nvPr/>
        </p:nvCxnSpPr>
        <p:spPr>
          <a:xfrm xmlns:a="http://schemas.openxmlformats.org/drawingml/2006/main" flipH="0" flipV="0">
            <a:off x="2324100" y="4238625"/>
            <a:ext cx="6696075" cy="0"/>
          </a:xfrm>
          <a:prstGeom xmlns:a="http://schemas.openxmlformats.org/drawingml/2006/main" prst="straightConnector1">
            <a:avLst/>
          </a:prstGeom>
          <a:ln xmlns:a="http://schemas.openxmlformats.org/drawingml/2006/main" w="15240">
            <a:solidFill>
              <a:srgbClr val="173042"/>
            </a:solidFill>
            <a:prstDash val="dash"/>
          </a:ln>
        </p:spPr>
      </p:cxnSp>
      <p:cxnSp>
        <p:nvCxnSpPr>
          <p:cNvPr id="24" name="">
            <a:extLst xmlns:a="http://schemas.openxmlformats.org/drawingml/2006/main">
              <a:ext uri="{FF2B5EF4-FFF2-40B4-BE49-F238E27FC236}">
                <a16:creationId xmlns:a16="http://schemas.microsoft.com/office/drawing/2014/main" id="{32CA1FA8-42AD-4645-B3D8-6E0FBB3197A8}"/>
              </a:ext>
            </a:extLst>
          </p:cNvPr>
          <p:cNvCxnSpPr/>
          <p:nvPr/>
        </p:nvCxnSpPr>
        <p:spPr>
          <a:xfrm xmlns:a="http://schemas.openxmlformats.org/drawingml/2006/main" flipH="0" flipV="1">
            <a:off x="9020175" y="3867150"/>
            <a:ext cx="0" cy="371475"/>
          </a:xfrm>
          <a:prstGeom xmlns:a="http://schemas.openxmlformats.org/drawingml/2006/main" prst="straightConnector1">
            <a:avLst/>
          </a:prstGeom>
          <a:ln xmlns:a="http://schemas.openxmlformats.org/drawingml/2006/main" w="15240">
            <a:solidFill>
              <a:srgbClr val="173042"/>
            </a:solidFill>
            <a:prstDash val="dash"/>
          </a:ln>
        </p:spPr>
      </p:cxnSp>
      <p:sp>
        <p:nvSpPr>
          <p:cNvPr id="25" name="">
            <a:extLst xmlns:a="http://schemas.openxmlformats.org/drawingml/2006/main">
              <a:ext uri="{FF2B5EF4-FFF2-40B4-BE49-F238E27FC236}">
                <a16:creationId xmlns:a16="http://schemas.microsoft.com/office/drawing/2014/main" id="{8A839D8F-155A-474F-9203-5D5EF6178978}"/>
              </a:ext>
            </a:extLst>
          </p:cNvPr>
          <p:cNvSpPr>
            <a:spLocks xmlns:a="http://schemas.openxmlformats.org/drawingml/2006/main" noGrp="1"/>
          </p:cNvSpPr>
          <p:nvPr/>
        </p:nvSpPr>
        <p:spPr>
          <a:xfrm xmlns:a="http://schemas.openxmlformats.org/drawingml/2006/main">
            <a:off x="4381500" y="4714875"/>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26" name="">
            <a:extLst xmlns:a="http://schemas.openxmlformats.org/drawingml/2006/main">
              <a:ext uri="{FF2B5EF4-FFF2-40B4-BE49-F238E27FC236}">
                <a16:creationId xmlns:a16="http://schemas.microsoft.com/office/drawing/2014/main" id="{DD23CF2B-F71E-4FF7-BB68-7DD559C26918}"/>
              </a:ext>
            </a:extLst>
          </p:cNvPr>
          <p:cNvSpPr>
            <a:spLocks xmlns:a="http://schemas.openxmlformats.org/drawingml/2006/main" noGrp="1"/>
          </p:cNvSpPr>
          <p:nvPr/>
        </p:nvSpPr>
        <p:spPr>
          <a:xfrm xmlns:a="http://schemas.openxmlformats.org/drawingml/2006/main">
            <a:off x="4457700" y="4829175"/>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042"/>
                </a:solidFill>
                <a:latin typeface="Arial"/>
                <a:ea typeface="Arial"/>
                <a:cs typeface="Arial"/>
              </a:defRPr>
            </a:defPPr>
            <a:lvl1pPr algn="ctr">
              <a:buNone/>
              <a:defRPr sz="1725" b="1">
                <a:solidFill>
                  <a:srgbClr val="173042"/>
                </a:solidFill>
                <a:latin typeface="Arial"/>
                <a:ea typeface="Arial"/>
                <a:cs typeface="Arial"/>
              </a:defRPr>
            </a:lvl1pPr>
            <a:lvl2pPr algn="ctr">
              <a:buNone/>
              <a:defRPr sz="1725" b="1">
                <a:solidFill>
                  <a:srgbClr val="173042"/>
                </a:solidFill>
                <a:latin typeface="Arial"/>
                <a:ea typeface="Arial"/>
                <a:cs typeface="Arial"/>
              </a:defRPr>
            </a:lvl2pPr>
            <a:lvl3pPr algn="ctr">
              <a:buNone/>
              <a:defRPr sz="1725" b="1">
                <a:solidFill>
                  <a:srgbClr val="173042"/>
                </a:solidFill>
                <a:latin typeface="Arial"/>
                <a:ea typeface="Arial"/>
                <a:cs typeface="Arial"/>
              </a:defRPr>
            </a:lvl3pPr>
            <a:lvl4pPr algn="ctr">
              <a:buNone/>
              <a:defRPr sz="1725" b="1">
                <a:solidFill>
                  <a:srgbClr val="173042"/>
                </a:solidFill>
                <a:latin typeface="Arial"/>
                <a:ea typeface="Arial"/>
                <a:cs typeface="Arial"/>
              </a:defRPr>
            </a:lvl4pPr>
            <a:lvl5pPr algn="ctr">
              <a:buNone/>
              <a:defRPr sz="1725" b="1">
                <a:solidFill>
                  <a:srgbClr val="173042"/>
                </a:solidFill>
                <a:latin typeface="Arial"/>
                <a:ea typeface="Arial"/>
                <a:cs typeface="Arial"/>
              </a:defRPr>
            </a:lvl5pPr>
            <a:lvl6pPr algn="ctr">
              <a:buNone/>
              <a:defRPr sz="1725" b="1">
                <a:solidFill>
                  <a:srgbClr val="173042"/>
                </a:solidFill>
                <a:latin typeface="Arial"/>
                <a:ea typeface="Arial"/>
                <a:cs typeface="Arial"/>
              </a:defRPr>
            </a:lvl6pPr>
            <a:lvl7pPr algn="ctr">
              <a:buNone/>
              <a:defRPr sz="1725" b="1">
                <a:solidFill>
                  <a:srgbClr val="173042"/>
                </a:solidFill>
                <a:latin typeface="Arial"/>
                <a:ea typeface="Arial"/>
                <a:cs typeface="Arial"/>
              </a:defRPr>
            </a:lvl7pPr>
            <a:lvl8pPr algn="ctr">
              <a:buNone/>
              <a:defRPr sz="1725" b="1">
                <a:solidFill>
                  <a:srgbClr val="173042"/>
                </a:solidFill>
                <a:latin typeface="Arial"/>
                <a:ea typeface="Arial"/>
                <a:cs typeface="Arial"/>
              </a:defRPr>
            </a:lvl8pPr>
            <a:lvl9pPr algn="ctr">
              <a:buNone/>
              <a:defRPr sz="1725" b="1">
                <a:solidFill>
                  <a:srgbClr val="173042"/>
                </a:solidFill>
                <a:latin typeface="Arial"/>
                <a:ea typeface="Arial"/>
                <a:cs typeface="Arial"/>
              </a:defRPr>
            </a:lvl9pPr>
          </a:lstStyle>
          <a:p xmlns:a="http://schemas.openxmlformats.org/drawingml/2006/main">
            <a:pPr algn="ctr">
              <a:buNone/>
              <a:defRPr sz="1725" b="1">
                <a:solidFill>
                  <a:srgbClr val="173042"/>
                </a:solidFill>
                <a:latin typeface="Arial"/>
                <a:ea typeface="Arial"/>
                <a:cs typeface="Arial"/>
              </a:defRPr>
            </a:pPr>
            <a:r>
              <a:rPr sz="1725" b="1">
                <a:solidFill>
                  <a:srgbClr val="173042"/>
                </a:solidFill>
                <a:latin typeface="Arial"/>
                <a:ea typeface="Arial"/>
                <a:cs typeface="Arial"/>
              </a:rPr>
              <a:t>CheckedInTicketState</a:t>
            </a:r>
          </a:p>
        </p:txBody>
      </p:sp>
      <p:cxnSp>
        <p:nvCxnSpPr>
          <p:cNvPr id="27" name="">
            <a:extLst xmlns:a="http://schemas.openxmlformats.org/drawingml/2006/main">
              <a:ext uri="{FF2B5EF4-FFF2-40B4-BE49-F238E27FC236}">
                <a16:creationId xmlns:a16="http://schemas.microsoft.com/office/drawing/2014/main" id="{B4B7621D-1594-450C-83DB-573654CF9938}"/>
              </a:ext>
            </a:extLst>
          </p:cNvPr>
          <p:cNvCxnSpPr/>
          <p:nvPr/>
        </p:nvCxnSpPr>
        <p:spPr>
          <a:xfrm xmlns:a="http://schemas.openxmlformats.org/drawingml/2006/main" flipH="0" flipV="0">
            <a:off x="4381500" y="5210175"/>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28" name="">
            <a:extLst xmlns:a="http://schemas.openxmlformats.org/drawingml/2006/main">
              <a:ext uri="{FF2B5EF4-FFF2-40B4-BE49-F238E27FC236}">
                <a16:creationId xmlns:a16="http://schemas.microsoft.com/office/drawing/2014/main" id="{B6AC1FA6-73CE-491F-8BE6-E0A8BAB96F8D}"/>
              </a:ext>
            </a:extLst>
          </p:cNvPr>
          <p:cNvSpPr>
            <a:spLocks xmlns:a="http://schemas.openxmlformats.org/drawingml/2006/main" noGrp="1"/>
          </p:cNvSpPr>
          <p:nvPr/>
        </p:nvSpPr>
        <p:spPr>
          <a:xfrm xmlns:a="http://schemas.openxmlformats.org/drawingml/2006/main">
            <a:off x="4495800" y="5286375"/>
            <a:ext cx="320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{reject check-in / allow void}</a:t>
            </a:r>
          </a:p>
        </p:txBody>
      </p:sp>
      <p:cxnSp>
        <p:nvCxnSpPr>
          <p:cNvPr id="29" name="">
            <a:extLst xmlns:a="http://schemas.openxmlformats.org/drawingml/2006/main">
              <a:ext uri="{FF2B5EF4-FFF2-40B4-BE49-F238E27FC236}">
                <a16:creationId xmlns:a16="http://schemas.microsoft.com/office/drawing/2014/main" id="{A3490C86-7688-4ECF-909E-1C135FAC3F2D}"/>
              </a:ext>
            </a:extLst>
          </p:cNvPr>
          <p:cNvCxnSpPr/>
          <p:nvPr/>
        </p:nvCxnSpPr>
        <p:spPr>
          <a:xfrm xmlns:a="http://schemas.openxmlformats.org/drawingml/2006/main" flipH="0" flipV="1">
            <a:off x="6096000" y="4238625"/>
            <a:ext cx="0" cy="476250"/>
          </a:xfrm>
          <a:prstGeom xmlns:a="http://schemas.openxmlformats.org/drawingml/2006/main" prst="straightConnector1">
            <a:avLst/>
          </a:prstGeom>
          <a:ln xmlns:a="http://schemas.openxmlformats.org/drawingml/2006/main" w="15240">
            <a:solidFill>
              <a:srgbClr val="173042"/>
            </a:solidFill>
            <a:prstDash val="dash"/>
          </a:ln>
        </p:spPr>
      </p:cxnSp>
      <p:cxnSp>
        <p:nvCxnSpPr>
          <p:cNvPr id="30" name="">
            <a:extLst xmlns:a="http://schemas.openxmlformats.org/drawingml/2006/main">
              <a:ext uri="{FF2B5EF4-FFF2-40B4-BE49-F238E27FC236}">
                <a16:creationId xmlns:a16="http://schemas.microsoft.com/office/drawing/2014/main" id="{742BEFDF-9248-4083-9BDA-58E329A0562E}"/>
              </a:ext>
            </a:extLst>
          </p:cNvPr>
          <p:cNvCxnSpPr/>
          <p:nvPr/>
        </p:nvCxnSpPr>
        <p:spPr>
          <a:xfrm xmlns:a="http://schemas.openxmlformats.org/drawingml/2006/main" flipH="0" flipV="0">
            <a:off x="6096000" y="4238625"/>
            <a:ext cx="2924175"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1" name="">
            <a:extLst xmlns:a="http://schemas.openxmlformats.org/drawingml/2006/main">
              <a:ext uri="{FF2B5EF4-FFF2-40B4-BE49-F238E27FC236}">
                <a16:creationId xmlns:a16="http://schemas.microsoft.com/office/drawing/2014/main" id="{C4F7422C-1F69-46C0-917C-CB2224C4A8F2}"/>
              </a:ext>
            </a:extLst>
          </p:cNvPr>
          <p:cNvCxnSpPr/>
          <p:nvPr/>
        </p:nvCxnSpPr>
        <p:spPr>
          <a:xfrm xmlns:a="http://schemas.openxmlformats.org/drawingml/2006/main" flipH="0" flipV="1">
            <a:off x="9020175" y="3867150"/>
            <a:ext cx="0" cy="371475"/>
          </a:xfrm>
          <a:prstGeom xmlns:a="http://schemas.openxmlformats.org/drawingml/2006/main" prst="straightConnector1">
            <a:avLst/>
          </a:prstGeom>
          <a:ln xmlns:a="http://schemas.openxmlformats.org/drawingml/2006/main" w="15240">
            <a:solidFill>
              <a:srgbClr val="173042"/>
            </a:solidFill>
            <a:prstDash val="dash"/>
          </a:ln>
        </p:spPr>
      </p:cxnSp>
      <p:sp>
        <p:nvSpPr>
          <p:cNvPr id="32" name="">
            <a:extLst xmlns:a="http://schemas.openxmlformats.org/drawingml/2006/main">
              <a:ext uri="{FF2B5EF4-FFF2-40B4-BE49-F238E27FC236}">
                <a16:creationId xmlns:a16="http://schemas.microsoft.com/office/drawing/2014/main" id="{52C07F19-7DC4-426F-9794-45639DFA622E}"/>
              </a:ext>
            </a:extLst>
          </p:cNvPr>
          <p:cNvSpPr>
            <a:spLocks xmlns:a="http://schemas.openxmlformats.org/drawingml/2006/main" noGrp="1"/>
          </p:cNvSpPr>
          <p:nvPr/>
        </p:nvSpPr>
        <p:spPr>
          <a:xfrm xmlns:a="http://schemas.openxmlformats.org/drawingml/2006/main">
            <a:off x="8153400" y="4714875"/>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33" name="">
            <a:extLst xmlns:a="http://schemas.openxmlformats.org/drawingml/2006/main">
              <a:ext uri="{FF2B5EF4-FFF2-40B4-BE49-F238E27FC236}">
                <a16:creationId xmlns:a16="http://schemas.microsoft.com/office/drawing/2014/main" id="{0242120A-7FD8-419C-BDA4-58E0B8160D85}"/>
              </a:ext>
            </a:extLst>
          </p:cNvPr>
          <p:cNvSpPr>
            <a:spLocks xmlns:a="http://schemas.openxmlformats.org/drawingml/2006/main" noGrp="1"/>
          </p:cNvSpPr>
          <p:nvPr/>
        </p:nvSpPr>
        <p:spPr>
          <a:xfrm xmlns:a="http://schemas.openxmlformats.org/drawingml/2006/main">
            <a:off x="8229600" y="4829175"/>
            <a:ext cx="327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042"/>
                </a:solidFill>
                <a:latin typeface="Arial"/>
                <a:ea typeface="Arial"/>
                <a:cs typeface="Arial"/>
              </a:defRPr>
            </a:defPPr>
            <a:lvl1pPr algn="ctr">
              <a:buNone/>
              <a:defRPr sz="1725" b="1">
                <a:solidFill>
                  <a:srgbClr val="173042"/>
                </a:solidFill>
                <a:latin typeface="Arial"/>
                <a:ea typeface="Arial"/>
                <a:cs typeface="Arial"/>
              </a:defRPr>
            </a:lvl1pPr>
            <a:lvl2pPr algn="ctr">
              <a:buNone/>
              <a:defRPr sz="1725" b="1">
                <a:solidFill>
                  <a:srgbClr val="173042"/>
                </a:solidFill>
                <a:latin typeface="Arial"/>
                <a:ea typeface="Arial"/>
                <a:cs typeface="Arial"/>
              </a:defRPr>
            </a:lvl2pPr>
            <a:lvl3pPr algn="ctr">
              <a:buNone/>
              <a:defRPr sz="1725" b="1">
                <a:solidFill>
                  <a:srgbClr val="173042"/>
                </a:solidFill>
                <a:latin typeface="Arial"/>
                <a:ea typeface="Arial"/>
                <a:cs typeface="Arial"/>
              </a:defRPr>
            </a:lvl3pPr>
            <a:lvl4pPr algn="ctr">
              <a:buNone/>
              <a:defRPr sz="1725" b="1">
                <a:solidFill>
                  <a:srgbClr val="173042"/>
                </a:solidFill>
                <a:latin typeface="Arial"/>
                <a:ea typeface="Arial"/>
                <a:cs typeface="Arial"/>
              </a:defRPr>
            </a:lvl4pPr>
            <a:lvl5pPr algn="ctr">
              <a:buNone/>
              <a:defRPr sz="1725" b="1">
                <a:solidFill>
                  <a:srgbClr val="173042"/>
                </a:solidFill>
                <a:latin typeface="Arial"/>
                <a:ea typeface="Arial"/>
                <a:cs typeface="Arial"/>
              </a:defRPr>
            </a:lvl5pPr>
            <a:lvl6pPr algn="ctr">
              <a:buNone/>
              <a:defRPr sz="1725" b="1">
                <a:solidFill>
                  <a:srgbClr val="173042"/>
                </a:solidFill>
                <a:latin typeface="Arial"/>
                <a:ea typeface="Arial"/>
                <a:cs typeface="Arial"/>
              </a:defRPr>
            </a:lvl6pPr>
            <a:lvl7pPr algn="ctr">
              <a:buNone/>
              <a:defRPr sz="1725" b="1">
                <a:solidFill>
                  <a:srgbClr val="173042"/>
                </a:solidFill>
                <a:latin typeface="Arial"/>
                <a:ea typeface="Arial"/>
                <a:cs typeface="Arial"/>
              </a:defRPr>
            </a:lvl7pPr>
            <a:lvl8pPr algn="ctr">
              <a:buNone/>
              <a:defRPr sz="1725" b="1">
                <a:solidFill>
                  <a:srgbClr val="173042"/>
                </a:solidFill>
                <a:latin typeface="Arial"/>
                <a:ea typeface="Arial"/>
                <a:cs typeface="Arial"/>
              </a:defRPr>
            </a:lvl8pPr>
            <a:lvl9pPr algn="ctr">
              <a:buNone/>
              <a:defRPr sz="1725" b="1">
                <a:solidFill>
                  <a:srgbClr val="173042"/>
                </a:solidFill>
                <a:latin typeface="Arial"/>
                <a:ea typeface="Arial"/>
                <a:cs typeface="Arial"/>
              </a:defRPr>
            </a:lvl9pPr>
          </a:lstStyle>
          <a:p xmlns:a="http://schemas.openxmlformats.org/drawingml/2006/main">
            <a:pPr algn="ctr">
              <a:buNone/>
              <a:defRPr sz="1725" b="1">
                <a:solidFill>
                  <a:srgbClr val="173042"/>
                </a:solidFill>
                <a:latin typeface="Arial"/>
                <a:ea typeface="Arial"/>
                <a:cs typeface="Arial"/>
              </a:defRPr>
            </a:pPr>
            <a:r>
              <a:rPr sz="1725" b="1">
                <a:solidFill>
                  <a:srgbClr val="173042"/>
                </a:solidFill>
                <a:latin typeface="Arial"/>
                <a:ea typeface="Arial"/>
                <a:cs typeface="Arial"/>
              </a:rPr>
              <a:t>VoidTicketState</a:t>
            </a:r>
          </a:p>
        </p:txBody>
      </p:sp>
      <p:cxnSp>
        <p:nvCxnSpPr>
          <p:cNvPr id="34" name="">
            <a:extLst xmlns:a="http://schemas.openxmlformats.org/drawingml/2006/main">
              <a:ext uri="{FF2B5EF4-FFF2-40B4-BE49-F238E27FC236}">
                <a16:creationId xmlns:a16="http://schemas.microsoft.com/office/drawing/2014/main" id="{D2C5ED51-33F9-4240-A721-950368125E1E}"/>
              </a:ext>
            </a:extLst>
          </p:cNvPr>
          <p:cNvCxnSpPr/>
          <p:nvPr/>
        </p:nvCxnSpPr>
        <p:spPr>
          <a:xfrm xmlns:a="http://schemas.openxmlformats.org/drawingml/2006/main" flipH="0" flipV="0">
            <a:off x="8153400" y="5210175"/>
            <a:ext cx="3429000" cy="0"/>
          </a:xfrm>
          <a:prstGeom xmlns:a="http://schemas.openxmlformats.org/drawingml/2006/main" prst="straightConnector1">
            <a:avLst/>
          </a:prstGeom>
          <a:ln xmlns:a="http://schemas.openxmlformats.org/drawingml/2006/main" w="15240">
            <a:solidFill>
              <a:srgbClr val="173042"/>
            </a:solidFill>
            <a:prstDash val="solid"/>
          </a:ln>
        </p:spPr>
      </p:cxnSp>
      <p:sp>
        <p:nvSpPr>
          <p:cNvPr id="35" name="">
            <a:extLst xmlns:a="http://schemas.openxmlformats.org/drawingml/2006/main">
              <a:ext uri="{FF2B5EF4-FFF2-40B4-BE49-F238E27FC236}">
                <a16:creationId xmlns:a16="http://schemas.microsoft.com/office/drawing/2014/main" id="{9BA71141-3DB8-47DF-B00C-FEB08B8ABB98}"/>
              </a:ext>
            </a:extLst>
          </p:cNvPr>
          <p:cNvSpPr>
            <a:spLocks xmlns:a="http://schemas.openxmlformats.org/drawingml/2006/main" noGrp="1"/>
          </p:cNvSpPr>
          <p:nvPr/>
        </p:nvSpPr>
        <p:spPr>
          <a:xfrm xmlns:a="http://schemas.openxmlformats.org/drawingml/2006/main">
            <a:off x="8267700" y="5286375"/>
            <a:ext cx="320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73042"/>
                </a:solidFill>
                <a:latin typeface="Arial"/>
                <a:ea typeface="Arial"/>
                <a:cs typeface="Arial"/>
              </a:defRPr>
            </a:defPPr>
            <a:lvl1pPr algn="l">
              <a:buNone/>
              <a:defRPr sz="1500" b="0">
                <a:solidFill>
                  <a:srgbClr val="173042"/>
                </a:solidFill>
                <a:latin typeface="Arial"/>
                <a:ea typeface="Arial"/>
                <a:cs typeface="Arial"/>
              </a:defRPr>
            </a:lvl1pPr>
            <a:lvl2pPr algn="l">
              <a:buNone/>
              <a:defRPr sz="1500" b="0">
                <a:solidFill>
                  <a:srgbClr val="173042"/>
                </a:solidFill>
                <a:latin typeface="Arial"/>
                <a:ea typeface="Arial"/>
                <a:cs typeface="Arial"/>
              </a:defRPr>
            </a:lvl2pPr>
            <a:lvl3pPr algn="l">
              <a:buNone/>
              <a:defRPr sz="1500" b="0">
                <a:solidFill>
                  <a:srgbClr val="173042"/>
                </a:solidFill>
                <a:latin typeface="Arial"/>
                <a:ea typeface="Arial"/>
                <a:cs typeface="Arial"/>
              </a:defRPr>
            </a:lvl3pPr>
            <a:lvl4pPr algn="l">
              <a:buNone/>
              <a:defRPr sz="1500" b="0">
                <a:solidFill>
                  <a:srgbClr val="173042"/>
                </a:solidFill>
                <a:latin typeface="Arial"/>
                <a:ea typeface="Arial"/>
                <a:cs typeface="Arial"/>
              </a:defRPr>
            </a:lvl4pPr>
            <a:lvl5pPr algn="l">
              <a:buNone/>
              <a:defRPr sz="1500" b="0">
                <a:solidFill>
                  <a:srgbClr val="173042"/>
                </a:solidFill>
                <a:latin typeface="Arial"/>
                <a:ea typeface="Arial"/>
                <a:cs typeface="Arial"/>
              </a:defRPr>
            </a:lvl5pPr>
            <a:lvl6pPr algn="l">
              <a:buNone/>
              <a:defRPr sz="1500" b="0">
                <a:solidFill>
                  <a:srgbClr val="173042"/>
                </a:solidFill>
                <a:latin typeface="Arial"/>
                <a:ea typeface="Arial"/>
                <a:cs typeface="Arial"/>
              </a:defRPr>
            </a:lvl6pPr>
            <a:lvl7pPr algn="l">
              <a:buNone/>
              <a:defRPr sz="1500" b="0">
                <a:solidFill>
                  <a:srgbClr val="173042"/>
                </a:solidFill>
                <a:latin typeface="Arial"/>
                <a:ea typeface="Arial"/>
                <a:cs typeface="Arial"/>
              </a:defRPr>
            </a:lvl7pPr>
            <a:lvl8pPr algn="l">
              <a:buNone/>
              <a:defRPr sz="1500" b="0">
                <a:solidFill>
                  <a:srgbClr val="173042"/>
                </a:solidFill>
                <a:latin typeface="Arial"/>
                <a:ea typeface="Arial"/>
                <a:cs typeface="Arial"/>
              </a:defRPr>
            </a:lvl8pPr>
            <a:lvl9pPr algn="l">
              <a:buNone/>
              <a:defRPr sz="1500" b="0">
                <a:solidFill>
                  <a:srgbClr val="173042"/>
                </a:solidFill>
                <a:latin typeface="Arial"/>
                <a:ea typeface="Arial"/>
                <a:cs typeface="Arial"/>
              </a:defRPr>
            </a:lvl9pPr>
          </a:lstStyle>
          <a:p xmlns:a="http://schemas.openxmlformats.org/drawingml/2006/main">
            <a:pPr algn="l">
              <a:buNone/>
              <a:defRPr sz="1500" b="0">
                <a:solidFill>
                  <a:srgbClr val="173042"/>
                </a:solidFill>
                <a:latin typeface="Arial"/>
                <a:ea typeface="Arial"/>
                <a:cs typeface="Arial"/>
              </a:defRPr>
            </a:pPr>
            <a:r>
              <a:rPr sz="1500" b="0">
                <a:solidFill>
                  <a:srgbClr val="173042"/>
                </a:solidFill>
                <a:latin typeface="Arial"/>
                <a:ea typeface="Arial"/>
                <a:cs typeface="Arial"/>
              </a:rPr>
              <a:t>{check-in rejected; void unchanged}</a:t>
            </a:r>
          </a:p>
        </p:txBody>
      </p:sp>
      <p:cxnSp>
        <p:nvCxnSpPr>
          <p:cNvPr id="36" name="">
            <a:extLst xmlns:a="http://schemas.openxmlformats.org/drawingml/2006/main">
              <a:ext uri="{FF2B5EF4-FFF2-40B4-BE49-F238E27FC236}">
                <a16:creationId xmlns:a16="http://schemas.microsoft.com/office/drawing/2014/main" id="{E16ECAE3-CC4B-46A6-BE81-3FEBE5895DF3}"/>
              </a:ext>
            </a:extLst>
          </p:cNvPr>
          <p:cNvCxnSpPr/>
          <p:nvPr/>
        </p:nvCxnSpPr>
        <p:spPr>
          <a:xfrm xmlns:a="http://schemas.openxmlformats.org/drawingml/2006/main" flipH="0" flipV="1">
            <a:off x="9867900" y="4238625"/>
            <a:ext cx="0" cy="476250"/>
          </a:xfrm>
          <a:prstGeom xmlns:a="http://schemas.openxmlformats.org/drawingml/2006/main" prst="straightConnector1">
            <a:avLst/>
          </a:prstGeom>
          <a:ln xmlns:a="http://schemas.openxmlformats.org/drawingml/2006/main" w="15240">
            <a:solidFill>
              <a:srgbClr val="173042"/>
            </a:solidFill>
            <a:prstDash val="dash"/>
          </a:ln>
        </p:spPr>
      </p:cxnSp>
      <p:cxnSp>
        <p:nvCxnSpPr>
          <p:cNvPr id="37" name="">
            <a:extLst xmlns:a="http://schemas.openxmlformats.org/drawingml/2006/main">
              <a:ext uri="{FF2B5EF4-FFF2-40B4-BE49-F238E27FC236}">
                <a16:creationId xmlns:a16="http://schemas.microsoft.com/office/drawing/2014/main" id="{4394286B-A10D-4FF1-8087-312771D3776D}"/>
              </a:ext>
            </a:extLst>
          </p:cNvPr>
          <p:cNvCxnSpPr/>
          <p:nvPr/>
        </p:nvCxnSpPr>
        <p:spPr>
          <a:xfrm xmlns:a="http://schemas.openxmlformats.org/drawingml/2006/main" flipH="1" flipV="0">
            <a:off x="9020175" y="4238625"/>
            <a:ext cx="847725" cy="0"/>
          </a:xfrm>
          <a:prstGeom xmlns:a="http://schemas.openxmlformats.org/drawingml/2006/main" prst="straightConnector1">
            <a:avLst/>
          </a:prstGeom>
          <a:ln xmlns:a="http://schemas.openxmlformats.org/drawingml/2006/main" w="15240">
            <a:solidFill>
              <a:srgbClr val="173042"/>
            </a:solidFill>
            <a:prstDash val="dash"/>
          </a:ln>
        </p:spPr>
      </p:cxnSp>
      <p:cxnSp>
        <p:nvCxnSpPr>
          <p:cNvPr id="38" name="">
            <a:extLst xmlns:a="http://schemas.openxmlformats.org/drawingml/2006/main">
              <a:ext uri="{FF2B5EF4-FFF2-40B4-BE49-F238E27FC236}">
                <a16:creationId xmlns:a16="http://schemas.microsoft.com/office/drawing/2014/main" id="{DEF5E5E3-7FAA-44F8-B037-7E384ECE7B47}"/>
              </a:ext>
            </a:extLst>
          </p:cNvPr>
          <p:cNvCxnSpPr/>
          <p:nvPr/>
        </p:nvCxnSpPr>
        <p:spPr>
          <a:xfrm xmlns:a="http://schemas.openxmlformats.org/drawingml/2006/main" flipH="0" flipV="1">
            <a:off x="9020175" y="3867150"/>
            <a:ext cx="0" cy="371475"/>
          </a:xfrm>
          <a:prstGeom xmlns:a="http://schemas.openxmlformats.org/drawingml/2006/main" prst="straightConnector1">
            <a:avLst/>
          </a:prstGeom>
          <a:ln xmlns:a="http://schemas.openxmlformats.org/drawingml/2006/main" w="15240">
            <a:solidFill>
              <a:srgbClr val="173042"/>
            </a:solidFill>
            <a:prstDash val="dash"/>
          </a:ln>
        </p:spPr>
      </p:cxnSp>
      <p:sp>
        <p:nvSpPr>
          <p:cNvPr id="39" name="">
            <a:extLst xmlns:a="http://schemas.openxmlformats.org/drawingml/2006/main">
              <a:ext uri="{FF2B5EF4-FFF2-40B4-BE49-F238E27FC236}">
                <a16:creationId xmlns:a16="http://schemas.microsoft.com/office/drawing/2014/main" id="{F162FFD9-A77F-4BAD-A128-EA69A84A6E38}"/>
              </a:ext>
            </a:extLst>
          </p:cNvPr>
          <p:cNvSpPr>
            <a:spLocks xmlns:a="http://schemas.openxmlformats.org/drawingml/2006/main" noGrp="1"/>
          </p:cNvSpPr>
          <p:nvPr/>
        </p:nvSpPr>
        <p:spPr>
          <a:xfrm xmlns:a="http://schemas.openxmlformats.org/drawingml/2006/main">
            <a:off x="8934450" y="3714750"/>
            <a:ext cx="171450" cy="171450"/>
          </a:xfrm>
          <a:custGeom xmlns:a="http://schemas.openxmlformats.org/drawingml/2006/main">
            <a:pathLst>
              <a:path w="171450" h="171450">
                <a:moveTo>
                  <a:pt x="85725" y="0"/>
                </a:moveTo>
                <a:lnTo>
                  <a:pt x="0" y="152400"/>
                </a:lnTo>
                <a:lnTo>
                  <a:pt x="171450" y="152400"/>
                </a:lnTo>
                <a:lnTo>
                  <a:pt x="85725" y="0"/>
                </a:lnTo>
                <a:close/>
              </a:path>
            </a:pathLst>
          </a:custGeom>
          <a:solidFill xmlns:a="http://schemas.openxmlformats.org/drawingml/2006/main">
            <a:srgbClr val="FFFFFF"/>
          </a:solidFill>
          <a:ln xmlns:a="http://schemas.openxmlformats.org/drawingml/2006/main" w="15240">
            <a:solidFill>
              <a:srgbClr val="173042"/>
            </a:solidFill>
          </a:ln>
        </p:spPr>
      </p:sp>
      <p:sp>
        <p:nvSpPr>
          <p:cNvPr id="40" name="">
            <a:extLst xmlns:a="http://schemas.openxmlformats.org/drawingml/2006/main">
              <a:ext uri="{FF2B5EF4-FFF2-40B4-BE49-F238E27FC236}">
                <a16:creationId xmlns:a16="http://schemas.microsoft.com/office/drawing/2014/main" id="{C6E26C29-D3BC-47B8-8092-A789613A9E0F}"/>
              </a:ext>
            </a:extLst>
          </p:cNvPr>
          <p:cNvSpPr>
            <a:spLocks xmlns:a="http://schemas.openxmlformats.org/drawingml/2006/main" noGrp="1"/>
          </p:cNvSpPr>
          <p:nvPr/>
        </p:nvSpPr>
        <p:spPr>
          <a:xfrm xmlns:a="http://schemas.openxmlformats.org/drawingml/2006/main">
            <a:off x="609600" y="59721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607681"/>
                </a:solidFill>
                <a:latin typeface="Arial"/>
                <a:ea typeface="Arial"/>
                <a:cs typeface="Arial"/>
              </a:defRPr>
            </a:defPPr>
            <a:lvl1pPr algn="l">
              <a:buNone/>
              <a:defRPr sz="1650" b="0">
                <a:solidFill>
                  <a:srgbClr val="607681"/>
                </a:solidFill>
                <a:latin typeface="Arial"/>
                <a:ea typeface="Arial"/>
                <a:cs typeface="Arial"/>
              </a:defRPr>
            </a:lvl1pPr>
            <a:lvl2pPr algn="l">
              <a:buNone/>
              <a:defRPr sz="1650" b="0">
                <a:solidFill>
                  <a:srgbClr val="607681"/>
                </a:solidFill>
                <a:latin typeface="Arial"/>
                <a:ea typeface="Arial"/>
                <a:cs typeface="Arial"/>
              </a:defRPr>
            </a:lvl2pPr>
            <a:lvl3pPr algn="l">
              <a:buNone/>
              <a:defRPr sz="1650" b="0">
                <a:solidFill>
                  <a:srgbClr val="607681"/>
                </a:solidFill>
                <a:latin typeface="Arial"/>
                <a:ea typeface="Arial"/>
                <a:cs typeface="Arial"/>
              </a:defRPr>
            </a:lvl3pPr>
            <a:lvl4pPr algn="l">
              <a:buNone/>
              <a:defRPr sz="1650" b="0">
                <a:solidFill>
                  <a:srgbClr val="607681"/>
                </a:solidFill>
                <a:latin typeface="Arial"/>
                <a:ea typeface="Arial"/>
                <a:cs typeface="Arial"/>
              </a:defRPr>
            </a:lvl4pPr>
            <a:lvl5pPr algn="l">
              <a:buNone/>
              <a:defRPr sz="1650" b="0">
                <a:solidFill>
                  <a:srgbClr val="607681"/>
                </a:solidFill>
                <a:latin typeface="Arial"/>
                <a:ea typeface="Arial"/>
                <a:cs typeface="Arial"/>
              </a:defRPr>
            </a:lvl5pPr>
            <a:lvl6pPr algn="l">
              <a:buNone/>
              <a:defRPr sz="1650" b="0">
                <a:solidFill>
                  <a:srgbClr val="607681"/>
                </a:solidFill>
                <a:latin typeface="Arial"/>
                <a:ea typeface="Arial"/>
                <a:cs typeface="Arial"/>
              </a:defRPr>
            </a:lvl6pPr>
            <a:lvl7pPr algn="l">
              <a:buNone/>
              <a:defRPr sz="1650" b="0">
                <a:solidFill>
                  <a:srgbClr val="607681"/>
                </a:solidFill>
                <a:latin typeface="Arial"/>
                <a:ea typeface="Arial"/>
                <a:cs typeface="Arial"/>
              </a:defRPr>
            </a:lvl7pPr>
            <a:lvl8pPr algn="l">
              <a:buNone/>
              <a:defRPr sz="1650" b="0">
                <a:solidFill>
                  <a:srgbClr val="607681"/>
                </a:solidFill>
                <a:latin typeface="Arial"/>
                <a:ea typeface="Arial"/>
                <a:cs typeface="Arial"/>
              </a:defRPr>
            </a:lvl8pPr>
            <a:lvl9pPr algn="l">
              <a:buNone/>
              <a:defRPr sz="1650" b="0">
                <a:solidFill>
                  <a:srgbClr val="607681"/>
                </a:solidFill>
                <a:latin typeface="Arial"/>
                <a:ea typeface="Arial"/>
                <a:cs typeface="Arial"/>
              </a:defRPr>
            </a:lvl9pPr>
          </a:lstStyle>
          <a:p xmlns:a="http://schemas.openxmlformats.org/drawingml/2006/main">
            <a:pPr algn="l">
              <a:buNone/>
              <a:defRPr sz="1650" b="0">
                <a:solidFill>
                  <a:srgbClr val="607681"/>
                </a:solidFill>
                <a:latin typeface="Arial"/>
                <a:ea typeface="Arial"/>
                <a:cs typeface="Arial"/>
              </a:defRPr>
            </a:pPr>
            <a:r>
              <a:rPr sz="1650" b="0">
                <a:solidFill>
                  <a:srgbClr val="607681"/>
                </a:solidFill>
                <a:latin typeface="Arial"/>
                <a:ea typeface="Arial"/>
                <a:cs typeface="Arial"/>
              </a:rPr>
              <a:t>Hollow triangle: implements interface. State objects are stateless, reusable instances.</a:t>
            </a:r>
          </a:p>
        </p:txBody>
      </p:sp>
      <p:cxnSp>
        <p:nvCxnSpPr>
          <p:cNvPr id="42" name="Footer rule">
            <a:extLst xmlns:a="http://schemas.openxmlformats.org/drawingml/2006/main">
              <a:ext uri="{FF2B5EF4-FFF2-40B4-BE49-F238E27FC236}">
                <a16:creationId xmlns:a16="http://schemas.microsoft.com/office/drawing/2014/main" id="{ECC700A9-8B50-485B-A623-6929169BD59B}"/>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66316151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8B6BC6E-67C1-4235-B2FB-66BD3B95F2E9}"/>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1">
                <a:solidFill>
                  <a:srgbClr val="187B75"/>
                </a:solidFill>
                <a:latin typeface="Arial"/>
                <a:ea typeface="Arial"/>
                <a:cs typeface="Arial"/>
              </a:defRPr>
            </a:defPPr>
            <a:lvl1pPr algn="l">
              <a:buNone/>
              <a:defRPr sz="1275" b="1">
                <a:solidFill>
                  <a:srgbClr val="187B75"/>
                </a:solidFill>
                <a:latin typeface="Arial"/>
                <a:ea typeface="Arial"/>
                <a:cs typeface="Arial"/>
              </a:defRPr>
            </a:lvl1pPr>
            <a:lvl2pPr algn="l">
              <a:buNone/>
              <a:defRPr sz="1275" b="1">
                <a:solidFill>
                  <a:srgbClr val="187B75"/>
                </a:solidFill>
                <a:latin typeface="Arial"/>
                <a:ea typeface="Arial"/>
                <a:cs typeface="Arial"/>
              </a:defRPr>
            </a:lvl2pPr>
            <a:lvl3pPr algn="l">
              <a:buNone/>
              <a:defRPr sz="1275" b="1">
                <a:solidFill>
                  <a:srgbClr val="187B75"/>
                </a:solidFill>
                <a:latin typeface="Arial"/>
                <a:ea typeface="Arial"/>
                <a:cs typeface="Arial"/>
              </a:defRPr>
            </a:lvl3pPr>
            <a:lvl4pPr algn="l">
              <a:buNone/>
              <a:defRPr sz="1275" b="1">
                <a:solidFill>
                  <a:srgbClr val="187B75"/>
                </a:solidFill>
                <a:latin typeface="Arial"/>
                <a:ea typeface="Arial"/>
                <a:cs typeface="Arial"/>
              </a:defRPr>
            </a:lvl4pPr>
            <a:lvl5pPr algn="l">
              <a:buNone/>
              <a:defRPr sz="1275" b="1">
                <a:solidFill>
                  <a:srgbClr val="187B75"/>
                </a:solidFill>
                <a:latin typeface="Arial"/>
                <a:ea typeface="Arial"/>
                <a:cs typeface="Arial"/>
              </a:defRPr>
            </a:lvl5pPr>
            <a:lvl6pPr algn="l">
              <a:buNone/>
              <a:defRPr sz="1275" b="1">
                <a:solidFill>
                  <a:srgbClr val="187B75"/>
                </a:solidFill>
                <a:latin typeface="Arial"/>
                <a:ea typeface="Arial"/>
                <a:cs typeface="Arial"/>
              </a:defRPr>
            </a:lvl6pPr>
            <a:lvl7pPr algn="l">
              <a:buNone/>
              <a:defRPr sz="1275" b="1">
                <a:solidFill>
                  <a:srgbClr val="187B75"/>
                </a:solidFill>
                <a:latin typeface="Arial"/>
                <a:ea typeface="Arial"/>
                <a:cs typeface="Arial"/>
              </a:defRPr>
            </a:lvl7pPr>
            <a:lvl8pPr algn="l">
              <a:buNone/>
              <a:defRPr sz="1275" b="1">
                <a:solidFill>
                  <a:srgbClr val="187B75"/>
                </a:solidFill>
                <a:latin typeface="Arial"/>
                <a:ea typeface="Arial"/>
                <a:cs typeface="Arial"/>
              </a:defRPr>
            </a:lvl8pPr>
            <a:lvl9pPr algn="l">
              <a:buNone/>
              <a:defRPr sz="1275" b="1">
                <a:solidFill>
                  <a:srgbClr val="187B75"/>
                </a:solidFill>
                <a:latin typeface="Arial"/>
                <a:ea typeface="Arial"/>
                <a:cs typeface="Arial"/>
              </a:defRPr>
            </a:lvl9pPr>
          </a:lstStyle>
          <a:p xmlns:a="http://schemas.openxmlformats.org/drawingml/2006/main">
            <a:pPr algn="l">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FFC1C72-CACD-4239-ACC8-E06A631A1C43}"/>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00" b="1">
                <a:solidFill>
                  <a:srgbClr val="173042"/>
                </a:solidFill>
                <a:latin typeface="Arial"/>
                <a:ea typeface="Arial"/>
                <a:cs typeface="Arial"/>
              </a:defRPr>
            </a:defPPr>
            <a:lvl1pPr algn="l">
              <a:buNone/>
              <a:defRPr sz="3225" b="1">
                <a:solidFill>
                  <a:srgbClr val="173042"/>
                </a:solidFill>
                <a:latin typeface="Arial"/>
                <a:ea typeface="Arial"/>
                <a:cs typeface="Arial"/>
              </a:defRPr>
            </a:lvl1pPr>
            <a:lvl2pPr algn="l">
              <a:buNone/>
              <a:defRPr sz="3225" b="1">
                <a:solidFill>
                  <a:srgbClr val="173042"/>
                </a:solidFill>
                <a:latin typeface="Arial"/>
                <a:ea typeface="Arial"/>
                <a:cs typeface="Arial"/>
              </a:defRPr>
            </a:lvl2pPr>
            <a:lvl3pPr algn="l">
              <a:buNone/>
              <a:defRPr sz="3225" b="1">
                <a:solidFill>
                  <a:srgbClr val="173042"/>
                </a:solidFill>
                <a:latin typeface="Arial"/>
                <a:ea typeface="Arial"/>
                <a:cs typeface="Arial"/>
              </a:defRPr>
            </a:lvl3pPr>
            <a:lvl4pPr algn="l">
              <a:buNone/>
              <a:defRPr sz="3225" b="1">
                <a:solidFill>
                  <a:srgbClr val="173042"/>
                </a:solidFill>
                <a:latin typeface="Arial"/>
                <a:ea typeface="Arial"/>
                <a:cs typeface="Arial"/>
              </a:defRPr>
            </a:lvl4pPr>
            <a:lvl5pPr algn="l">
              <a:buNone/>
              <a:defRPr sz="3225" b="1">
                <a:solidFill>
                  <a:srgbClr val="173042"/>
                </a:solidFill>
                <a:latin typeface="Arial"/>
                <a:ea typeface="Arial"/>
                <a:cs typeface="Arial"/>
              </a:defRPr>
            </a:lvl5pPr>
            <a:lvl6pPr algn="l">
              <a:buNone/>
              <a:defRPr sz="3225" b="1">
                <a:solidFill>
                  <a:srgbClr val="173042"/>
                </a:solidFill>
                <a:latin typeface="Arial"/>
                <a:ea typeface="Arial"/>
                <a:cs typeface="Arial"/>
              </a:defRPr>
            </a:lvl6pPr>
            <a:lvl7pPr algn="l">
              <a:buNone/>
              <a:defRPr sz="3225" b="1">
                <a:solidFill>
                  <a:srgbClr val="173042"/>
                </a:solidFill>
                <a:latin typeface="Arial"/>
                <a:ea typeface="Arial"/>
                <a:cs typeface="Arial"/>
              </a:defRPr>
            </a:lvl7pPr>
            <a:lvl8pPr algn="l">
              <a:buNone/>
              <a:defRPr sz="3225" b="1">
                <a:solidFill>
                  <a:srgbClr val="173042"/>
                </a:solidFill>
                <a:latin typeface="Arial"/>
                <a:ea typeface="Arial"/>
                <a:cs typeface="Arial"/>
              </a:defRPr>
            </a:lvl8pPr>
            <a:lvl9pPr algn="l">
              <a:buNone/>
              <a:defRPr sz="3225" b="1">
                <a:solidFill>
                  <a:srgbClr val="173042"/>
                </a:solidFill>
                <a:latin typeface="Arial"/>
                <a:ea typeface="Arial"/>
                <a:cs typeface="Arial"/>
              </a:defRPr>
            </a:lvl9pPr>
          </a:lstStyle>
          <a:p xmlns:a="http://schemas.openxmlformats.org/drawingml/2006/main">
            <a:pPr algn="l">
              <a:buNone/>
              <a:defRPr sz="3100" b="1">
                <a:solidFill>
                  <a:srgbClr val="173042"/>
                </a:solidFill>
                <a:latin typeface="Arial"/>
                <a:ea typeface="Arial"/>
                <a:cs typeface="Arial"/>
              </a:defRPr>
            </a:pPr>
            <a:r>
              <a:rPr sz="3100" b="1">
                <a:solidFill>
                  <a:srgbClr val="173042"/>
                </a:solidFill>
                <a:latin typeface="Arial"/>
                <a:ea typeface="Arial"/>
                <a:cs typeface="Arial"/>
              </a:rPr>
              <a:t>Deployment architecture</a:t>
            </a:r>
          </a:p>
        </p:txBody>
      </p:sp>
      <p:sp>
        <p:nvSpPr>
          <p:cNvPr id="3" name="">
            <a:extLst xmlns:a="http://schemas.openxmlformats.org/drawingml/2006/main">
              <a:ext uri="{FF2B5EF4-FFF2-40B4-BE49-F238E27FC236}">
                <a16:creationId xmlns:a16="http://schemas.microsoft.com/office/drawing/2014/main" id="{F3F4EC6F-C66F-43F0-8306-775C5378D98D}"/>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950" b="0">
                <a:solidFill>
                  <a:srgbClr val="607681"/>
                </a:solidFill>
                <a:latin typeface="Arial"/>
                <a:ea typeface="Arial"/>
                <a:cs typeface="Arial"/>
              </a:defRPr>
            </a:defPPr>
            <a:lvl1pPr algn="l">
              <a:buNone/>
              <a:defRPr sz="1125" b="0">
                <a:solidFill>
                  <a:srgbClr val="607681"/>
                </a:solidFill>
                <a:latin typeface="Arial"/>
                <a:ea typeface="Arial"/>
                <a:cs typeface="Arial"/>
              </a:defRPr>
            </a:lvl1pPr>
            <a:lvl2pPr algn="l">
              <a:buNone/>
              <a:defRPr sz="1125" b="0">
                <a:solidFill>
                  <a:srgbClr val="607681"/>
                </a:solidFill>
                <a:latin typeface="Arial"/>
                <a:ea typeface="Arial"/>
                <a:cs typeface="Arial"/>
              </a:defRPr>
            </a:lvl2pPr>
            <a:lvl3pPr algn="l">
              <a:buNone/>
              <a:defRPr sz="1125" b="0">
                <a:solidFill>
                  <a:srgbClr val="607681"/>
                </a:solidFill>
                <a:latin typeface="Arial"/>
                <a:ea typeface="Arial"/>
                <a:cs typeface="Arial"/>
              </a:defRPr>
            </a:lvl3pPr>
            <a:lvl4pPr algn="l">
              <a:buNone/>
              <a:defRPr sz="1125" b="0">
                <a:solidFill>
                  <a:srgbClr val="607681"/>
                </a:solidFill>
                <a:latin typeface="Arial"/>
                <a:ea typeface="Arial"/>
                <a:cs typeface="Arial"/>
              </a:defRPr>
            </a:lvl4pPr>
            <a:lvl5pPr algn="l">
              <a:buNone/>
              <a:defRPr sz="1125" b="0">
                <a:solidFill>
                  <a:srgbClr val="607681"/>
                </a:solidFill>
                <a:latin typeface="Arial"/>
                <a:ea typeface="Arial"/>
                <a:cs typeface="Arial"/>
              </a:defRPr>
            </a:lvl5pPr>
            <a:lvl6pPr algn="l">
              <a:buNone/>
              <a:defRPr sz="1125" b="0">
                <a:solidFill>
                  <a:srgbClr val="607681"/>
                </a:solidFill>
                <a:latin typeface="Arial"/>
                <a:ea typeface="Arial"/>
                <a:cs typeface="Arial"/>
              </a:defRPr>
            </a:lvl6pPr>
            <a:lvl7pPr algn="l">
              <a:buNone/>
              <a:defRPr sz="1125" b="0">
                <a:solidFill>
                  <a:srgbClr val="607681"/>
                </a:solidFill>
                <a:latin typeface="Arial"/>
                <a:ea typeface="Arial"/>
                <a:cs typeface="Arial"/>
              </a:defRPr>
            </a:lvl7pPr>
            <a:lvl8pPr algn="l">
              <a:buNone/>
              <a:defRPr sz="1125" b="0">
                <a:solidFill>
                  <a:srgbClr val="607681"/>
                </a:solidFill>
                <a:latin typeface="Arial"/>
                <a:ea typeface="Arial"/>
                <a:cs typeface="Arial"/>
              </a:defRPr>
            </a:lvl8pPr>
            <a:lvl9pPr algn="l">
              <a:buNone/>
              <a:defRPr sz="1125" b="0">
                <a:solidFill>
                  <a:srgbClr val="607681"/>
                </a:solidFill>
                <a:latin typeface="Arial"/>
                <a:ea typeface="Arial"/>
                <a:cs typeface="Arial"/>
              </a:defRPr>
            </a:lvl9pPr>
          </a:lstStyle>
          <a:p xmlns:a="http://schemas.openxmlformats.org/drawingml/2006/main">
            <a:pPr algn="l">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06A5DAE5-152F-46CD-B61D-7645C04AAE50}"/>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l">
              <a:buNone/>
              <a:defRPr sz="1275" b="0">
                <a:solidFill>
                  <a:srgbClr val="187B75"/>
                </a:solidFill>
                <a:latin typeface="Arial"/>
                <a:ea typeface="Arial"/>
                <a:cs typeface="Arial"/>
              </a:defRPr>
            </a:lvl1pPr>
            <a:lvl2pPr algn="l">
              <a:buNone/>
              <a:defRPr sz="1275" b="0">
                <a:solidFill>
                  <a:srgbClr val="187B75"/>
                </a:solidFill>
                <a:latin typeface="Arial"/>
                <a:ea typeface="Arial"/>
                <a:cs typeface="Arial"/>
              </a:defRPr>
            </a:lvl2pPr>
            <a:lvl3pPr algn="l">
              <a:buNone/>
              <a:defRPr sz="1275" b="0">
                <a:solidFill>
                  <a:srgbClr val="187B75"/>
                </a:solidFill>
                <a:latin typeface="Arial"/>
                <a:ea typeface="Arial"/>
                <a:cs typeface="Arial"/>
              </a:defRPr>
            </a:lvl3pPr>
            <a:lvl4pPr algn="l">
              <a:buNone/>
              <a:defRPr sz="1275" b="0">
                <a:solidFill>
                  <a:srgbClr val="187B75"/>
                </a:solidFill>
                <a:latin typeface="Arial"/>
                <a:ea typeface="Arial"/>
                <a:cs typeface="Arial"/>
              </a:defRPr>
            </a:lvl4pPr>
            <a:lvl5pPr algn="l">
              <a:buNone/>
              <a:defRPr sz="1275" b="0">
                <a:solidFill>
                  <a:srgbClr val="187B75"/>
                </a:solidFill>
                <a:latin typeface="Arial"/>
                <a:ea typeface="Arial"/>
                <a:cs typeface="Arial"/>
              </a:defRPr>
            </a:lvl5pPr>
            <a:lvl6pPr algn="l">
              <a:buNone/>
              <a:defRPr sz="1275" b="0">
                <a:solidFill>
                  <a:srgbClr val="187B75"/>
                </a:solidFill>
                <a:latin typeface="Arial"/>
                <a:ea typeface="Arial"/>
                <a:cs typeface="Arial"/>
              </a:defRPr>
            </a:lvl6pPr>
            <a:lvl7pPr algn="l">
              <a:buNone/>
              <a:defRPr sz="1275" b="0">
                <a:solidFill>
                  <a:srgbClr val="187B75"/>
                </a:solidFill>
                <a:latin typeface="Arial"/>
                <a:ea typeface="Arial"/>
                <a:cs typeface="Arial"/>
              </a:defRPr>
            </a:lvl7pPr>
            <a:lvl8pPr algn="l">
              <a:buNone/>
              <a:defRPr sz="1275" b="0">
                <a:solidFill>
                  <a:srgbClr val="187B75"/>
                </a:solidFill>
                <a:latin typeface="Arial"/>
                <a:ea typeface="Arial"/>
                <a:cs typeface="Arial"/>
              </a:defRPr>
            </a:lvl8pPr>
            <a:lvl9pPr algn="l">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5EC1D664-8F0B-4967-BE3B-BD2F9BA6475C}"/>
              </a:ext>
            </a:extLst>
          </p:cNvPr>
          <p:cNvSpPr>
            <a:spLocks xmlns:a="http://schemas.openxmlformats.org/drawingml/2006/main" noGrp="1"/>
          </p:cNvSpPr>
          <p:nvPr/>
        </p:nvSpPr>
        <p:spPr>
          <a:xfrm xmlns:a="http://schemas.openxmlformats.org/drawingml/2006/main">
            <a:off x="609600" y="2381250"/>
            <a:ext cx="2381250" cy="1714500"/>
          </a:xfrm>
          <a:prstGeom xmlns:a="http://schemas.openxmlformats.org/drawingml/2006/main" prst="rect">
            <a:avLst/>
          </a:prstGeom>
          <a:solidFill xmlns:a="http://schemas.openxmlformats.org/drawingml/2006/main">
            <a:srgbClr val="FFFFFF"/>
          </a:solidFill>
          <a:ln xmlns:a="http://schemas.openxmlformats.org/drawingml/2006/main" w="14288">
            <a:solidFill>
              <a:srgbClr val="173042"/>
            </a:solidFill>
          </a:ln>
        </p:spPr>
      </p:sp>
      <p:sp>
        <p:nvSpPr>
          <p:cNvPr id="6" name="">
            <a:extLst xmlns:a="http://schemas.openxmlformats.org/drawingml/2006/main">
              <a:ext uri="{FF2B5EF4-FFF2-40B4-BE49-F238E27FC236}">
                <a16:creationId xmlns:a16="http://schemas.microsoft.com/office/drawing/2014/main" id="{EB0D98B1-0BE8-49F1-B56A-F8DC19C86FBF}"/>
              </a:ext>
            </a:extLst>
          </p:cNvPr>
          <p:cNvSpPr>
            <a:spLocks xmlns:a="http://schemas.openxmlformats.org/drawingml/2006/main" noGrp="1"/>
          </p:cNvSpPr>
          <p:nvPr/>
        </p:nvSpPr>
        <p:spPr>
          <a:xfrm xmlns:a="http://schemas.openxmlformats.org/drawingml/2006/main">
            <a:off x="762000" y="25146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«device»</a:t>
            </a:r>
          </a:p>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User computer</a:t>
            </a:r>
          </a:p>
        </p:txBody>
      </p:sp>
      <p:sp>
        <p:nvSpPr>
          <p:cNvPr id="7" name="">
            <a:extLst xmlns:a="http://schemas.openxmlformats.org/drawingml/2006/main">
              <a:ext uri="{FF2B5EF4-FFF2-40B4-BE49-F238E27FC236}">
                <a16:creationId xmlns:a16="http://schemas.microsoft.com/office/drawing/2014/main" id="{74AA9001-05A7-4DA7-8E25-636E27FE3112}"/>
              </a:ext>
            </a:extLst>
          </p:cNvPr>
          <p:cNvSpPr>
            <a:spLocks xmlns:a="http://schemas.openxmlformats.org/drawingml/2006/main" noGrp="1"/>
          </p:cNvSpPr>
          <p:nvPr/>
        </p:nvSpPr>
        <p:spPr>
          <a:xfrm xmlns:a="http://schemas.openxmlformats.org/drawingml/2006/main">
            <a:off x="809625" y="3238500"/>
            <a:ext cx="2000250" cy="619125"/>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8" name="">
            <a:extLst xmlns:a="http://schemas.openxmlformats.org/drawingml/2006/main">
              <a:ext uri="{FF2B5EF4-FFF2-40B4-BE49-F238E27FC236}">
                <a16:creationId xmlns:a16="http://schemas.microsoft.com/office/drawing/2014/main" id="{A86C1BE3-CFD5-4C66-9755-50BDEE8952A4}"/>
              </a:ext>
            </a:extLst>
          </p:cNvPr>
          <p:cNvSpPr>
            <a:spLocks xmlns:a="http://schemas.openxmlformats.org/drawingml/2006/main" noGrp="1"/>
          </p:cNvSpPr>
          <p:nvPr/>
        </p:nvSpPr>
        <p:spPr>
          <a:xfrm xmlns:a="http://schemas.openxmlformats.org/drawingml/2006/main">
            <a:off x="904875" y="34004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0">
                <a:solidFill>
                  <a:srgbClr val="173042"/>
                </a:solidFill>
                <a:latin typeface="Arial"/>
                <a:ea typeface="Arial"/>
                <a:cs typeface="Arial"/>
              </a:defRPr>
            </a:defPPr>
            <a:lvl1pPr algn="ctr">
              <a:buNone/>
              <a:defRPr sz="1650" b="0">
                <a:solidFill>
                  <a:srgbClr val="173042"/>
                </a:solidFill>
                <a:latin typeface="Arial"/>
                <a:ea typeface="Arial"/>
                <a:cs typeface="Arial"/>
              </a:defRPr>
            </a:lvl1pPr>
            <a:lvl2pPr algn="ctr">
              <a:buNone/>
              <a:defRPr sz="1650" b="0">
                <a:solidFill>
                  <a:srgbClr val="173042"/>
                </a:solidFill>
                <a:latin typeface="Arial"/>
                <a:ea typeface="Arial"/>
                <a:cs typeface="Arial"/>
              </a:defRPr>
            </a:lvl2pPr>
            <a:lvl3pPr algn="ctr">
              <a:buNone/>
              <a:defRPr sz="1650" b="0">
                <a:solidFill>
                  <a:srgbClr val="173042"/>
                </a:solidFill>
                <a:latin typeface="Arial"/>
                <a:ea typeface="Arial"/>
                <a:cs typeface="Arial"/>
              </a:defRPr>
            </a:lvl3pPr>
            <a:lvl4pPr algn="ctr">
              <a:buNone/>
              <a:defRPr sz="1650" b="0">
                <a:solidFill>
                  <a:srgbClr val="173042"/>
                </a:solidFill>
                <a:latin typeface="Arial"/>
                <a:ea typeface="Arial"/>
                <a:cs typeface="Arial"/>
              </a:defRPr>
            </a:lvl4pPr>
            <a:lvl5pPr algn="ctr">
              <a:buNone/>
              <a:defRPr sz="1650" b="0">
                <a:solidFill>
                  <a:srgbClr val="173042"/>
                </a:solidFill>
                <a:latin typeface="Arial"/>
                <a:ea typeface="Arial"/>
                <a:cs typeface="Arial"/>
              </a:defRPr>
            </a:lvl5pPr>
            <a:lvl6pPr algn="ctr">
              <a:buNone/>
              <a:defRPr sz="1650" b="0">
                <a:solidFill>
                  <a:srgbClr val="173042"/>
                </a:solidFill>
                <a:latin typeface="Arial"/>
                <a:ea typeface="Arial"/>
                <a:cs typeface="Arial"/>
              </a:defRPr>
            </a:lvl6pPr>
            <a:lvl7pPr algn="ctr">
              <a:buNone/>
              <a:defRPr sz="1650" b="0">
                <a:solidFill>
                  <a:srgbClr val="173042"/>
                </a:solidFill>
                <a:latin typeface="Arial"/>
                <a:ea typeface="Arial"/>
                <a:cs typeface="Arial"/>
              </a:defRPr>
            </a:lvl7pPr>
            <a:lvl8pPr algn="ctr">
              <a:buNone/>
              <a:defRPr sz="1650" b="0">
                <a:solidFill>
                  <a:srgbClr val="173042"/>
                </a:solidFill>
                <a:latin typeface="Arial"/>
                <a:ea typeface="Arial"/>
                <a:cs typeface="Arial"/>
              </a:defRPr>
            </a:lvl8pPr>
            <a:lvl9pPr algn="ctr">
              <a:buNone/>
              <a:defRPr sz="1650" b="0">
                <a:solidFill>
                  <a:srgbClr val="173042"/>
                </a:solidFill>
                <a:latin typeface="Arial"/>
                <a:ea typeface="Arial"/>
                <a:cs typeface="Arial"/>
              </a:defRPr>
            </a:lvl9pPr>
          </a:lstStyle>
          <a:p xmlns:a="http://schemas.openxmlformats.org/drawingml/2006/main">
            <a:pPr algn="ctr">
              <a:buNone/>
              <a:defRPr sz="1650" b="0">
                <a:solidFill>
                  <a:srgbClr val="173042"/>
                </a:solidFill>
                <a:latin typeface="Arial"/>
                <a:ea typeface="Arial"/>
                <a:cs typeface="Arial"/>
              </a:defRPr>
            </a:pPr>
            <a:r>
              <a:rPr sz="1650" b="0">
                <a:solidFill>
                  <a:srgbClr val="173042"/>
                </a:solidFill>
                <a:latin typeface="Arial"/>
                <a:ea typeface="Arial"/>
                <a:cs typeface="Arial"/>
              </a:rPr>
              <a:t>Browser / React</a:t>
            </a:r>
          </a:p>
        </p:txBody>
      </p:sp>
      <p:sp>
        <p:nvSpPr>
          <p:cNvPr id="9" name="">
            <a:extLst xmlns:a="http://schemas.openxmlformats.org/drawingml/2006/main">
              <a:ext uri="{FF2B5EF4-FFF2-40B4-BE49-F238E27FC236}">
                <a16:creationId xmlns:a16="http://schemas.microsoft.com/office/drawing/2014/main" id="{271D1C7A-47D0-496A-8402-B4546CDC52B4}"/>
              </a:ext>
            </a:extLst>
          </p:cNvPr>
          <p:cNvSpPr>
            <a:spLocks xmlns:a="http://schemas.openxmlformats.org/drawingml/2006/main" noGrp="1"/>
          </p:cNvSpPr>
          <p:nvPr/>
        </p:nvSpPr>
        <p:spPr>
          <a:xfrm xmlns:a="http://schemas.openxmlformats.org/drawingml/2006/main">
            <a:off x="3810000" y="1666875"/>
            <a:ext cx="7762875" cy="4000500"/>
          </a:xfrm>
          <a:prstGeom xmlns:a="http://schemas.openxmlformats.org/drawingml/2006/main" prst="rect">
            <a:avLst/>
          </a:prstGeom>
          <a:noFill xmlns:a="http://schemas.openxmlformats.org/drawingml/2006/main"/>
          <a:ln xmlns:a="http://schemas.openxmlformats.org/drawingml/2006/main" w="14288">
            <a:solidFill>
              <a:srgbClr val="173042"/>
            </a:solidFill>
          </a:ln>
        </p:spPr>
      </p:sp>
      <p:sp>
        <p:nvSpPr>
          <p:cNvPr id="10" name="">
            <a:extLst xmlns:a="http://schemas.openxmlformats.org/drawingml/2006/main">
              <a:ext uri="{FF2B5EF4-FFF2-40B4-BE49-F238E27FC236}">
                <a16:creationId xmlns:a16="http://schemas.microsoft.com/office/drawing/2014/main" id="{C0CC06C5-62A8-49E0-AEA8-D49A0670C5A3}"/>
              </a:ext>
            </a:extLst>
          </p:cNvPr>
          <p:cNvSpPr>
            <a:spLocks xmlns:a="http://schemas.openxmlformats.org/drawingml/2006/main" noGrp="1"/>
          </p:cNvSpPr>
          <p:nvPr/>
        </p:nvSpPr>
        <p:spPr>
          <a:xfrm xmlns:a="http://schemas.openxmlformats.org/drawingml/2006/main">
            <a:off x="4029075" y="1809750"/>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73042"/>
                </a:solidFill>
                <a:latin typeface="Arial"/>
                <a:ea typeface="Arial"/>
                <a:cs typeface="Arial"/>
              </a:defRPr>
            </a:defPPr>
            <a:lvl1pPr algn="l">
              <a:buNone/>
              <a:defRPr sz="2025" b="1">
                <a:solidFill>
                  <a:srgbClr val="173042"/>
                </a:solidFill>
                <a:latin typeface="Arial"/>
                <a:ea typeface="Arial"/>
                <a:cs typeface="Arial"/>
              </a:defRPr>
            </a:lvl1pPr>
            <a:lvl2pPr algn="l">
              <a:buNone/>
              <a:defRPr sz="2025" b="1">
                <a:solidFill>
                  <a:srgbClr val="173042"/>
                </a:solidFill>
                <a:latin typeface="Arial"/>
                <a:ea typeface="Arial"/>
                <a:cs typeface="Arial"/>
              </a:defRPr>
            </a:lvl2pPr>
            <a:lvl3pPr algn="l">
              <a:buNone/>
              <a:defRPr sz="2025" b="1">
                <a:solidFill>
                  <a:srgbClr val="173042"/>
                </a:solidFill>
                <a:latin typeface="Arial"/>
                <a:ea typeface="Arial"/>
                <a:cs typeface="Arial"/>
              </a:defRPr>
            </a:lvl3pPr>
            <a:lvl4pPr algn="l">
              <a:buNone/>
              <a:defRPr sz="2025" b="1">
                <a:solidFill>
                  <a:srgbClr val="173042"/>
                </a:solidFill>
                <a:latin typeface="Arial"/>
                <a:ea typeface="Arial"/>
                <a:cs typeface="Arial"/>
              </a:defRPr>
            </a:lvl4pPr>
            <a:lvl5pPr algn="l">
              <a:buNone/>
              <a:defRPr sz="2025" b="1">
                <a:solidFill>
                  <a:srgbClr val="173042"/>
                </a:solidFill>
                <a:latin typeface="Arial"/>
                <a:ea typeface="Arial"/>
                <a:cs typeface="Arial"/>
              </a:defRPr>
            </a:lvl5pPr>
            <a:lvl6pPr algn="l">
              <a:buNone/>
              <a:defRPr sz="2025" b="1">
                <a:solidFill>
                  <a:srgbClr val="173042"/>
                </a:solidFill>
                <a:latin typeface="Arial"/>
                <a:ea typeface="Arial"/>
                <a:cs typeface="Arial"/>
              </a:defRPr>
            </a:lvl6pPr>
            <a:lvl7pPr algn="l">
              <a:buNone/>
              <a:defRPr sz="2025" b="1">
                <a:solidFill>
                  <a:srgbClr val="173042"/>
                </a:solidFill>
                <a:latin typeface="Arial"/>
                <a:ea typeface="Arial"/>
                <a:cs typeface="Arial"/>
              </a:defRPr>
            </a:lvl7pPr>
            <a:lvl8pPr algn="l">
              <a:buNone/>
              <a:defRPr sz="2025" b="1">
                <a:solidFill>
                  <a:srgbClr val="173042"/>
                </a:solidFill>
                <a:latin typeface="Arial"/>
                <a:ea typeface="Arial"/>
                <a:cs typeface="Arial"/>
              </a:defRPr>
            </a:lvl8pPr>
            <a:lvl9pPr algn="l">
              <a:buNone/>
              <a:defRPr sz="2025" b="1">
                <a:solidFill>
                  <a:srgbClr val="173042"/>
                </a:solidFill>
                <a:latin typeface="Arial"/>
                <a:ea typeface="Arial"/>
                <a:cs typeface="Arial"/>
              </a:defRPr>
            </a:lvl9pPr>
          </a:lstStyle>
          <a:p xmlns:a="http://schemas.openxmlformats.org/drawingml/2006/main">
            <a:pPr algn="l">
              <a:buNone/>
              <a:defRPr sz="2025" b="1">
                <a:solidFill>
                  <a:srgbClr val="173042"/>
                </a:solidFill>
                <a:latin typeface="Arial"/>
                <a:ea typeface="Arial"/>
                <a:cs typeface="Arial"/>
              </a:defRPr>
            </a:pPr>
            <a:r>
              <a:rPr sz="2025" b="1">
                <a:solidFill>
                  <a:srgbClr val="173042"/>
                </a:solidFill>
                <a:latin typeface="Arial"/>
                <a:ea typeface="Arial"/>
                <a:cs typeface="Arial"/>
              </a:rPr>
              <a:t>«device»  Cloud host</a:t>
            </a:r>
          </a:p>
        </p:txBody>
      </p:sp>
      <p:sp>
        <p:nvSpPr>
          <p:cNvPr id="11" name="">
            <a:extLst xmlns:a="http://schemas.openxmlformats.org/drawingml/2006/main">
              <a:ext uri="{FF2B5EF4-FFF2-40B4-BE49-F238E27FC236}">
                <a16:creationId xmlns:a16="http://schemas.microsoft.com/office/drawing/2014/main" id="{F920D6CB-B578-4992-A78F-342326465CB0}"/>
              </a:ext>
            </a:extLst>
          </p:cNvPr>
          <p:cNvSpPr>
            <a:spLocks xmlns:a="http://schemas.openxmlformats.org/drawingml/2006/main" noGrp="1"/>
          </p:cNvSpPr>
          <p:nvPr/>
        </p:nvSpPr>
        <p:spPr>
          <a:xfrm xmlns:a="http://schemas.openxmlformats.org/drawingml/2006/main">
            <a:off x="4029075" y="219075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607681"/>
                </a:solidFill>
                <a:latin typeface="Arial"/>
                <a:ea typeface="Arial"/>
                <a:cs typeface="Arial"/>
              </a:defRPr>
            </a:defPPr>
            <a:lvl1pPr algn="l">
              <a:buNone/>
              <a:defRPr sz="1575" b="0">
                <a:solidFill>
                  <a:srgbClr val="607681"/>
                </a:solidFill>
                <a:latin typeface="Arial"/>
                <a:ea typeface="Arial"/>
                <a:cs typeface="Arial"/>
              </a:defRPr>
            </a:lvl1pPr>
            <a:lvl2pPr algn="l">
              <a:buNone/>
              <a:defRPr sz="1575" b="0">
                <a:solidFill>
                  <a:srgbClr val="607681"/>
                </a:solidFill>
                <a:latin typeface="Arial"/>
                <a:ea typeface="Arial"/>
                <a:cs typeface="Arial"/>
              </a:defRPr>
            </a:lvl2pPr>
            <a:lvl3pPr algn="l">
              <a:buNone/>
              <a:defRPr sz="1575" b="0">
                <a:solidFill>
                  <a:srgbClr val="607681"/>
                </a:solidFill>
                <a:latin typeface="Arial"/>
                <a:ea typeface="Arial"/>
                <a:cs typeface="Arial"/>
              </a:defRPr>
            </a:lvl3pPr>
            <a:lvl4pPr algn="l">
              <a:buNone/>
              <a:defRPr sz="1575" b="0">
                <a:solidFill>
                  <a:srgbClr val="607681"/>
                </a:solidFill>
                <a:latin typeface="Arial"/>
                <a:ea typeface="Arial"/>
                <a:cs typeface="Arial"/>
              </a:defRPr>
            </a:lvl4pPr>
            <a:lvl5pPr algn="l">
              <a:buNone/>
              <a:defRPr sz="1575" b="0">
                <a:solidFill>
                  <a:srgbClr val="607681"/>
                </a:solidFill>
                <a:latin typeface="Arial"/>
                <a:ea typeface="Arial"/>
                <a:cs typeface="Arial"/>
              </a:defRPr>
            </a:lvl5pPr>
            <a:lvl6pPr algn="l">
              <a:buNone/>
              <a:defRPr sz="1575" b="0">
                <a:solidFill>
                  <a:srgbClr val="607681"/>
                </a:solidFill>
                <a:latin typeface="Arial"/>
                <a:ea typeface="Arial"/>
                <a:cs typeface="Arial"/>
              </a:defRPr>
            </a:lvl6pPr>
            <a:lvl7pPr algn="l">
              <a:buNone/>
              <a:defRPr sz="1575" b="0">
                <a:solidFill>
                  <a:srgbClr val="607681"/>
                </a:solidFill>
                <a:latin typeface="Arial"/>
                <a:ea typeface="Arial"/>
                <a:cs typeface="Arial"/>
              </a:defRPr>
            </a:lvl7pPr>
            <a:lvl8pPr algn="l">
              <a:buNone/>
              <a:defRPr sz="1575" b="0">
                <a:solidFill>
                  <a:srgbClr val="607681"/>
                </a:solidFill>
                <a:latin typeface="Arial"/>
                <a:ea typeface="Arial"/>
                <a:cs typeface="Arial"/>
              </a:defRPr>
            </a:lvl8pPr>
            <a:lvl9pPr algn="l">
              <a:buNone/>
              <a:defRPr sz="1575" b="0">
                <a:solidFill>
                  <a:srgbClr val="607681"/>
                </a:solidFill>
                <a:latin typeface="Arial"/>
                <a:ea typeface="Arial"/>
                <a:cs typeface="Arial"/>
              </a:defRPr>
            </a:lvl9pPr>
          </a:lstStyle>
          <a:p xmlns:a="http://schemas.openxmlformats.org/drawingml/2006/main">
            <a:pPr algn="l">
              <a:buNone/>
              <a:defRPr sz="1575" b="0">
                <a:solidFill>
                  <a:srgbClr val="607681"/>
                </a:solidFill>
                <a:latin typeface="Arial"/>
                <a:ea typeface="Arial"/>
                <a:cs typeface="Arial"/>
              </a:defRPr>
            </a:pPr>
            <a:r>
              <a:rPr sz="1575" b="0">
                <a:solidFill>
                  <a:srgbClr val="607681"/>
                </a:solidFill>
                <a:latin typeface="Arial"/>
                <a:ea typeface="Arial"/>
                <a:cs typeface="Arial"/>
              </a:rPr>
              <a:t>Docker containers</a:t>
            </a:r>
          </a:p>
        </p:txBody>
      </p:sp>
      <p:sp>
        <p:nvSpPr>
          <p:cNvPr id="12" name="">
            <a:extLst xmlns:a="http://schemas.openxmlformats.org/drawingml/2006/main">
              <a:ext uri="{FF2B5EF4-FFF2-40B4-BE49-F238E27FC236}">
                <a16:creationId xmlns:a16="http://schemas.microsoft.com/office/drawing/2014/main" id="{313CBC99-6B6D-4EE2-AAEA-45E09485F9AC}"/>
              </a:ext>
            </a:extLst>
          </p:cNvPr>
          <p:cNvSpPr>
            <a:spLocks xmlns:a="http://schemas.openxmlformats.org/drawingml/2006/main" noGrp="1"/>
          </p:cNvSpPr>
          <p:nvPr/>
        </p:nvSpPr>
        <p:spPr>
          <a:xfrm xmlns:a="http://schemas.openxmlformats.org/drawingml/2006/main">
            <a:off x="4143375" y="2762250"/>
            <a:ext cx="2857500" cy="9525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3" name="">
            <a:extLst xmlns:a="http://schemas.openxmlformats.org/drawingml/2006/main">
              <a:ext uri="{FF2B5EF4-FFF2-40B4-BE49-F238E27FC236}">
                <a16:creationId xmlns:a16="http://schemas.microsoft.com/office/drawing/2014/main" id="{0FD2A0F8-7961-486A-A027-B5A7DB850075}"/>
              </a:ext>
            </a:extLst>
          </p:cNvPr>
          <p:cNvSpPr>
            <a:spLocks xmlns:a="http://schemas.openxmlformats.org/drawingml/2006/main" noGrp="1"/>
          </p:cNvSpPr>
          <p:nvPr/>
        </p:nvSpPr>
        <p:spPr>
          <a:xfrm xmlns:a="http://schemas.openxmlformats.org/drawingml/2006/main">
            <a:off x="4219575" y="2847975"/>
            <a:ext cx="2705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«executionEnvironment»</a:t>
            </a:r>
          </a:p>
        </p:txBody>
      </p:sp>
      <p:sp>
        <p:nvSpPr>
          <p:cNvPr id="14" name="">
            <a:extLst xmlns:a="http://schemas.openxmlformats.org/drawingml/2006/main">
              <a:ext uri="{FF2B5EF4-FFF2-40B4-BE49-F238E27FC236}">
                <a16:creationId xmlns:a16="http://schemas.microsoft.com/office/drawing/2014/main" id="{D3A1E677-C4E1-40C4-94D8-298F8309EA46}"/>
              </a:ext>
            </a:extLst>
          </p:cNvPr>
          <p:cNvSpPr>
            <a:spLocks xmlns:a="http://schemas.openxmlformats.org/drawingml/2006/main" noGrp="1"/>
          </p:cNvSpPr>
          <p:nvPr/>
        </p:nvSpPr>
        <p:spPr>
          <a:xfrm xmlns:a="http://schemas.openxmlformats.org/drawingml/2006/main">
            <a:off x="4219575" y="3143250"/>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Caddy</a:t>
            </a:r>
          </a:p>
        </p:txBody>
      </p:sp>
      <p:sp>
        <p:nvSpPr>
          <p:cNvPr id="15" name="">
            <a:extLst xmlns:a="http://schemas.openxmlformats.org/drawingml/2006/main">
              <a:ext uri="{FF2B5EF4-FFF2-40B4-BE49-F238E27FC236}">
                <a16:creationId xmlns:a16="http://schemas.microsoft.com/office/drawing/2014/main" id="{FBDB8276-B67E-4F7F-9710-042C064C2F00}"/>
              </a:ext>
            </a:extLst>
          </p:cNvPr>
          <p:cNvSpPr>
            <a:spLocks xmlns:a="http://schemas.openxmlformats.org/drawingml/2006/main" noGrp="1"/>
          </p:cNvSpPr>
          <p:nvPr/>
        </p:nvSpPr>
        <p:spPr>
          <a:xfrm xmlns:a="http://schemas.openxmlformats.org/drawingml/2006/main">
            <a:off x="8191500" y="2762250"/>
            <a:ext cx="2857500" cy="9525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6" name="">
            <a:extLst xmlns:a="http://schemas.openxmlformats.org/drawingml/2006/main">
              <a:ext uri="{FF2B5EF4-FFF2-40B4-BE49-F238E27FC236}">
                <a16:creationId xmlns:a16="http://schemas.microsoft.com/office/drawing/2014/main" id="{9D9F00F7-051B-4637-AE01-B12E250AB4DF}"/>
              </a:ext>
            </a:extLst>
          </p:cNvPr>
          <p:cNvSpPr>
            <a:spLocks xmlns:a="http://schemas.openxmlformats.org/drawingml/2006/main" noGrp="1"/>
          </p:cNvSpPr>
          <p:nvPr/>
        </p:nvSpPr>
        <p:spPr>
          <a:xfrm xmlns:a="http://schemas.openxmlformats.org/drawingml/2006/main">
            <a:off x="8267700" y="2847975"/>
            <a:ext cx="2705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«executionEnvironment»</a:t>
            </a:r>
          </a:p>
        </p:txBody>
      </p:sp>
      <p:sp>
        <p:nvSpPr>
          <p:cNvPr id="17" name="">
            <a:extLst xmlns:a="http://schemas.openxmlformats.org/drawingml/2006/main">
              <a:ext uri="{FF2B5EF4-FFF2-40B4-BE49-F238E27FC236}">
                <a16:creationId xmlns:a16="http://schemas.microsoft.com/office/drawing/2014/main" id="{9A8C398B-FB03-4778-80BF-380BF8F1EAC3}"/>
              </a:ext>
            </a:extLst>
          </p:cNvPr>
          <p:cNvSpPr>
            <a:spLocks xmlns:a="http://schemas.openxmlformats.org/drawingml/2006/main" noGrp="1"/>
          </p:cNvSpPr>
          <p:nvPr/>
        </p:nvSpPr>
        <p:spPr>
          <a:xfrm xmlns:a="http://schemas.openxmlformats.org/drawingml/2006/main">
            <a:off x="8267700" y="3143250"/>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Nginx frontend</a:t>
            </a:r>
          </a:p>
        </p:txBody>
      </p:sp>
      <p:sp>
        <p:nvSpPr>
          <p:cNvPr id="18" name="">
            <a:extLst xmlns:a="http://schemas.openxmlformats.org/drawingml/2006/main">
              <a:ext uri="{FF2B5EF4-FFF2-40B4-BE49-F238E27FC236}">
                <a16:creationId xmlns:a16="http://schemas.microsoft.com/office/drawing/2014/main" id="{91D726C5-C00B-4DE9-87FB-B7B50E944C29}"/>
              </a:ext>
            </a:extLst>
          </p:cNvPr>
          <p:cNvSpPr>
            <a:spLocks xmlns:a="http://schemas.openxmlformats.org/drawingml/2006/main" noGrp="1"/>
          </p:cNvSpPr>
          <p:nvPr/>
        </p:nvSpPr>
        <p:spPr>
          <a:xfrm xmlns:a="http://schemas.openxmlformats.org/drawingml/2006/main">
            <a:off x="8191500" y="4429125"/>
            <a:ext cx="2857500" cy="9525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19" name="">
            <a:extLst xmlns:a="http://schemas.openxmlformats.org/drawingml/2006/main">
              <a:ext uri="{FF2B5EF4-FFF2-40B4-BE49-F238E27FC236}">
                <a16:creationId xmlns:a16="http://schemas.microsoft.com/office/drawing/2014/main" id="{E118B5C9-962C-4D09-A9F0-03B298E39010}"/>
              </a:ext>
            </a:extLst>
          </p:cNvPr>
          <p:cNvSpPr>
            <a:spLocks xmlns:a="http://schemas.openxmlformats.org/drawingml/2006/main" noGrp="1"/>
          </p:cNvSpPr>
          <p:nvPr/>
        </p:nvSpPr>
        <p:spPr>
          <a:xfrm xmlns:a="http://schemas.openxmlformats.org/drawingml/2006/main">
            <a:off x="8267700" y="4514850"/>
            <a:ext cx="2705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«executionEnvironment»</a:t>
            </a:r>
          </a:p>
        </p:txBody>
      </p:sp>
      <p:sp>
        <p:nvSpPr>
          <p:cNvPr id="20" name="">
            <a:extLst xmlns:a="http://schemas.openxmlformats.org/drawingml/2006/main">
              <a:ext uri="{FF2B5EF4-FFF2-40B4-BE49-F238E27FC236}">
                <a16:creationId xmlns:a16="http://schemas.microsoft.com/office/drawing/2014/main" id="{F48E1DD2-6263-4094-8ACB-3493909D1777}"/>
              </a:ext>
            </a:extLst>
          </p:cNvPr>
          <p:cNvSpPr>
            <a:spLocks xmlns:a="http://schemas.openxmlformats.org/drawingml/2006/main" noGrp="1"/>
          </p:cNvSpPr>
          <p:nvPr/>
        </p:nvSpPr>
        <p:spPr>
          <a:xfrm xmlns:a="http://schemas.openxmlformats.org/drawingml/2006/main">
            <a:off x="8267700" y="48101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Spring Boot backend</a:t>
            </a:r>
          </a:p>
        </p:txBody>
      </p:sp>
      <p:sp>
        <p:nvSpPr>
          <p:cNvPr id="21" name="">
            <a:extLst xmlns:a="http://schemas.openxmlformats.org/drawingml/2006/main">
              <a:ext uri="{FF2B5EF4-FFF2-40B4-BE49-F238E27FC236}">
                <a16:creationId xmlns:a16="http://schemas.microsoft.com/office/drawing/2014/main" id="{D2996E3F-4D88-41C2-BA1C-178F8A25D6D7}"/>
              </a:ext>
            </a:extLst>
          </p:cNvPr>
          <p:cNvSpPr>
            <a:spLocks xmlns:a="http://schemas.openxmlformats.org/drawingml/2006/main" noGrp="1"/>
          </p:cNvSpPr>
          <p:nvPr/>
        </p:nvSpPr>
        <p:spPr>
          <a:xfrm xmlns:a="http://schemas.openxmlformats.org/drawingml/2006/main">
            <a:off x="4143375" y="4429125"/>
            <a:ext cx="2857500" cy="952500"/>
          </a:xfrm>
          <a:prstGeom xmlns:a="http://schemas.openxmlformats.org/drawingml/2006/main" prst="rect">
            <a:avLst/>
          </a:prstGeom>
          <a:solidFill xmlns:a="http://schemas.openxmlformats.org/drawingml/2006/main">
            <a:srgbClr val="EEF4F6"/>
          </a:solidFill>
          <a:ln xmlns:a="http://schemas.openxmlformats.org/drawingml/2006/main" w="14288">
            <a:solidFill>
              <a:srgbClr val="173042"/>
            </a:solidFill>
          </a:ln>
        </p:spPr>
      </p:sp>
      <p:sp>
        <p:nvSpPr>
          <p:cNvPr id="22" name="">
            <a:extLst xmlns:a="http://schemas.openxmlformats.org/drawingml/2006/main">
              <a:ext uri="{FF2B5EF4-FFF2-40B4-BE49-F238E27FC236}">
                <a16:creationId xmlns:a16="http://schemas.microsoft.com/office/drawing/2014/main" id="{16468A10-ABBB-437B-AAE5-053644DCC21C}"/>
              </a:ext>
            </a:extLst>
          </p:cNvPr>
          <p:cNvSpPr>
            <a:spLocks xmlns:a="http://schemas.openxmlformats.org/drawingml/2006/main" noGrp="1"/>
          </p:cNvSpPr>
          <p:nvPr/>
        </p:nvSpPr>
        <p:spPr>
          <a:xfrm xmlns:a="http://schemas.openxmlformats.org/drawingml/2006/main">
            <a:off x="4219575" y="4514850"/>
            <a:ext cx="2705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187B75"/>
                </a:solidFill>
                <a:latin typeface="Arial"/>
                <a:ea typeface="Arial"/>
                <a:cs typeface="Arial"/>
              </a:defRPr>
            </a:defPPr>
            <a:lvl1pPr algn="ctr">
              <a:buNone/>
              <a:defRPr sz="1275" b="0">
                <a:solidFill>
                  <a:srgbClr val="187B75"/>
                </a:solidFill>
                <a:latin typeface="Arial"/>
                <a:ea typeface="Arial"/>
                <a:cs typeface="Arial"/>
              </a:defRPr>
            </a:lvl1pPr>
            <a:lvl2pPr algn="ctr">
              <a:buNone/>
              <a:defRPr sz="1275" b="0">
                <a:solidFill>
                  <a:srgbClr val="187B75"/>
                </a:solidFill>
                <a:latin typeface="Arial"/>
                <a:ea typeface="Arial"/>
                <a:cs typeface="Arial"/>
              </a:defRPr>
            </a:lvl2pPr>
            <a:lvl3pPr algn="ctr">
              <a:buNone/>
              <a:defRPr sz="1275" b="0">
                <a:solidFill>
                  <a:srgbClr val="187B75"/>
                </a:solidFill>
                <a:latin typeface="Arial"/>
                <a:ea typeface="Arial"/>
                <a:cs typeface="Arial"/>
              </a:defRPr>
            </a:lvl3pPr>
            <a:lvl4pPr algn="ctr">
              <a:buNone/>
              <a:defRPr sz="1275" b="0">
                <a:solidFill>
                  <a:srgbClr val="187B75"/>
                </a:solidFill>
                <a:latin typeface="Arial"/>
                <a:ea typeface="Arial"/>
                <a:cs typeface="Arial"/>
              </a:defRPr>
            </a:lvl4pPr>
            <a:lvl5pPr algn="ctr">
              <a:buNone/>
              <a:defRPr sz="1275" b="0">
                <a:solidFill>
                  <a:srgbClr val="187B75"/>
                </a:solidFill>
                <a:latin typeface="Arial"/>
                <a:ea typeface="Arial"/>
                <a:cs typeface="Arial"/>
              </a:defRPr>
            </a:lvl5pPr>
            <a:lvl6pPr algn="ctr">
              <a:buNone/>
              <a:defRPr sz="1275" b="0">
                <a:solidFill>
                  <a:srgbClr val="187B75"/>
                </a:solidFill>
                <a:latin typeface="Arial"/>
                <a:ea typeface="Arial"/>
                <a:cs typeface="Arial"/>
              </a:defRPr>
            </a:lvl6pPr>
            <a:lvl7pPr algn="ctr">
              <a:buNone/>
              <a:defRPr sz="1275" b="0">
                <a:solidFill>
                  <a:srgbClr val="187B75"/>
                </a:solidFill>
                <a:latin typeface="Arial"/>
                <a:ea typeface="Arial"/>
                <a:cs typeface="Arial"/>
              </a:defRPr>
            </a:lvl7pPr>
            <a:lvl8pPr algn="ctr">
              <a:buNone/>
              <a:defRPr sz="1275" b="0">
                <a:solidFill>
                  <a:srgbClr val="187B75"/>
                </a:solidFill>
                <a:latin typeface="Arial"/>
                <a:ea typeface="Arial"/>
                <a:cs typeface="Arial"/>
              </a:defRPr>
            </a:lvl8pPr>
            <a:lvl9pPr algn="ctr">
              <a:buNone/>
              <a:defRPr sz="1275" b="0">
                <a:solidFill>
                  <a:srgbClr val="187B75"/>
                </a:solidFill>
                <a:latin typeface="Arial"/>
                <a:ea typeface="Arial"/>
                <a:cs typeface="Arial"/>
              </a:defRPr>
            </a:lvl9pPr>
          </a:lstStyle>
          <a:p xmlns:a="http://schemas.openxmlformats.org/drawingml/2006/main">
            <a:pPr algn="ctr">
              <a:buNone/>
              <a:defRPr sz="1275" b="0">
                <a:solidFill>
                  <a:srgbClr val="187B75"/>
                </a:solidFill>
                <a:latin typeface="Arial"/>
                <a:ea typeface="Arial"/>
                <a:cs typeface="Arial"/>
              </a:defRPr>
            </a:pPr>
            <a:r>
              <a:rPr sz="1275" b="0">
                <a:solidFill>
                  <a:srgbClr val="187B75"/>
                </a:solidFill>
                <a:latin typeface="Arial"/>
                <a:ea typeface="Arial"/>
                <a:cs typeface="Arial"/>
              </a:rPr>
              <a:t>«executionEnvironment»</a:t>
            </a:r>
          </a:p>
        </p:txBody>
      </p:sp>
      <p:sp>
        <p:nvSpPr>
          <p:cNvPr id="23" name="">
            <a:extLst xmlns:a="http://schemas.openxmlformats.org/drawingml/2006/main">
              <a:ext uri="{FF2B5EF4-FFF2-40B4-BE49-F238E27FC236}">
                <a16:creationId xmlns:a16="http://schemas.microsoft.com/office/drawing/2014/main" id="{83B1C717-91E8-4C24-A601-47BBDB12FB92}"/>
              </a:ext>
            </a:extLst>
          </p:cNvPr>
          <p:cNvSpPr>
            <a:spLocks xmlns:a="http://schemas.openxmlformats.org/drawingml/2006/main" noGrp="1"/>
          </p:cNvSpPr>
          <p:nvPr/>
        </p:nvSpPr>
        <p:spPr>
          <a:xfrm xmlns:a="http://schemas.openxmlformats.org/drawingml/2006/main">
            <a:off x="4219575" y="48101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1">
                <a:solidFill>
                  <a:srgbClr val="173042"/>
                </a:solidFill>
                <a:latin typeface="Arial"/>
                <a:ea typeface="Arial"/>
                <a:cs typeface="Arial"/>
              </a:defRPr>
            </a:defPPr>
            <a:lvl1pPr algn="ctr">
              <a:buNone/>
              <a:defRPr sz="1800" b="1">
                <a:solidFill>
                  <a:srgbClr val="173042"/>
                </a:solidFill>
                <a:latin typeface="Arial"/>
                <a:ea typeface="Arial"/>
                <a:cs typeface="Arial"/>
              </a:defRPr>
            </a:lvl1pPr>
            <a:lvl2pPr algn="ctr">
              <a:buNone/>
              <a:defRPr sz="1800" b="1">
                <a:solidFill>
                  <a:srgbClr val="173042"/>
                </a:solidFill>
                <a:latin typeface="Arial"/>
                <a:ea typeface="Arial"/>
                <a:cs typeface="Arial"/>
              </a:defRPr>
            </a:lvl2pPr>
            <a:lvl3pPr algn="ctr">
              <a:buNone/>
              <a:defRPr sz="1800" b="1">
                <a:solidFill>
                  <a:srgbClr val="173042"/>
                </a:solidFill>
                <a:latin typeface="Arial"/>
                <a:ea typeface="Arial"/>
                <a:cs typeface="Arial"/>
              </a:defRPr>
            </a:lvl3pPr>
            <a:lvl4pPr algn="ctr">
              <a:buNone/>
              <a:defRPr sz="1800" b="1">
                <a:solidFill>
                  <a:srgbClr val="173042"/>
                </a:solidFill>
                <a:latin typeface="Arial"/>
                <a:ea typeface="Arial"/>
                <a:cs typeface="Arial"/>
              </a:defRPr>
            </a:lvl4pPr>
            <a:lvl5pPr algn="ctr">
              <a:buNone/>
              <a:defRPr sz="1800" b="1">
                <a:solidFill>
                  <a:srgbClr val="173042"/>
                </a:solidFill>
                <a:latin typeface="Arial"/>
                <a:ea typeface="Arial"/>
                <a:cs typeface="Arial"/>
              </a:defRPr>
            </a:lvl5pPr>
            <a:lvl6pPr algn="ctr">
              <a:buNone/>
              <a:defRPr sz="1800" b="1">
                <a:solidFill>
                  <a:srgbClr val="173042"/>
                </a:solidFill>
                <a:latin typeface="Arial"/>
                <a:ea typeface="Arial"/>
                <a:cs typeface="Arial"/>
              </a:defRPr>
            </a:lvl6pPr>
            <a:lvl7pPr algn="ctr">
              <a:buNone/>
              <a:defRPr sz="1800" b="1">
                <a:solidFill>
                  <a:srgbClr val="173042"/>
                </a:solidFill>
                <a:latin typeface="Arial"/>
                <a:ea typeface="Arial"/>
                <a:cs typeface="Arial"/>
              </a:defRPr>
            </a:lvl7pPr>
            <a:lvl8pPr algn="ctr">
              <a:buNone/>
              <a:defRPr sz="1800" b="1">
                <a:solidFill>
                  <a:srgbClr val="173042"/>
                </a:solidFill>
                <a:latin typeface="Arial"/>
                <a:ea typeface="Arial"/>
                <a:cs typeface="Arial"/>
              </a:defRPr>
            </a:lvl8pPr>
            <a:lvl9pPr algn="ctr">
              <a:buNone/>
              <a:defRPr sz="1800" b="1">
                <a:solidFill>
                  <a:srgbClr val="173042"/>
                </a:solidFill>
                <a:latin typeface="Arial"/>
                <a:ea typeface="Arial"/>
                <a:cs typeface="Arial"/>
              </a:defRPr>
            </a:lvl9pPr>
          </a:lstStyle>
          <a:p xmlns:a="http://schemas.openxmlformats.org/drawingml/2006/main">
            <a:pPr algn="ctr">
              <a:buNone/>
              <a:defRPr sz="1800" b="1">
                <a:solidFill>
                  <a:srgbClr val="173042"/>
                </a:solidFill>
                <a:latin typeface="Arial"/>
                <a:ea typeface="Arial"/>
                <a:cs typeface="Arial"/>
              </a:defRPr>
            </a:pPr>
            <a:r>
              <a:rPr sz="1800" b="1">
                <a:solidFill>
                  <a:srgbClr val="173042"/>
                </a:solidFill>
                <a:latin typeface="Arial"/>
                <a:ea typeface="Arial"/>
                <a:cs typeface="Arial"/>
              </a:rPr>
              <a:t>PostgreSQL 17</a:t>
            </a:r>
          </a:p>
        </p:txBody>
      </p:sp>
      <p:cxnSp>
        <p:nvCxnSpPr>
          <p:cNvPr id="24" name="">
            <a:extLst xmlns:a="http://schemas.openxmlformats.org/drawingml/2006/main">
              <a:ext uri="{FF2B5EF4-FFF2-40B4-BE49-F238E27FC236}">
                <a16:creationId xmlns:a16="http://schemas.microsoft.com/office/drawing/2014/main" id="{F0A14D68-2260-46E5-9581-8709B5FB8D61}"/>
              </a:ext>
            </a:extLst>
          </p:cNvPr>
          <p:cNvCxnSpPr/>
          <p:nvPr/>
        </p:nvCxnSpPr>
        <p:spPr>
          <a:xfrm xmlns:a="http://schemas.openxmlformats.org/drawingml/2006/main" flipH="0" flipV="0">
            <a:off x="2990850" y="3238500"/>
            <a:ext cx="1152525" cy="0"/>
          </a:xfrm>
          <a:prstGeom xmlns:a="http://schemas.openxmlformats.org/drawingml/2006/main" prst="straightConnector1">
            <a:avLst/>
          </a:prstGeom>
          <a:ln xmlns:a="http://schemas.openxmlformats.org/drawingml/2006/main" w="15240">
            <a:solidFill>
              <a:srgbClr val="173042"/>
            </a:solidFill>
            <a:prstDash val="solid"/>
          </a:ln>
        </p:spPr>
      </p:cxnSp>
      <p:sp>
        <p:nvSpPr>
          <p:cNvPr id="25" name="">
            <a:extLst xmlns:a="http://schemas.openxmlformats.org/drawingml/2006/main">
              <a:ext uri="{FF2B5EF4-FFF2-40B4-BE49-F238E27FC236}">
                <a16:creationId xmlns:a16="http://schemas.microsoft.com/office/drawing/2014/main" id="{1D1CE0EB-AAE6-4928-A9E1-6529588DB51D}"/>
              </a:ext>
            </a:extLst>
          </p:cNvPr>
          <p:cNvSpPr>
            <a:spLocks xmlns:a="http://schemas.openxmlformats.org/drawingml/2006/main" noGrp="1"/>
          </p:cNvSpPr>
          <p:nvPr/>
        </p:nvSpPr>
        <p:spPr>
          <a:xfrm xmlns:a="http://schemas.openxmlformats.org/drawingml/2006/main">
            <a:off x="3076575" y="287655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HTTPS</a:t>
            </a:r>
          </a:p>
        </p:txBody>
      </p:sp>
      <p:cxnSp>
        <p:nvCxnSpPr>
          <p:cNvPr id="26" name="">
            <a:extLst xmlns:a="http://schemas.openxmlformats.org/drawingml/2006/main">
              <a:ext uri="{FF2B5EF4-FFF2-40B4-BE49-F238E27FC236}">
                <a16:creationId xmlns:a16="http://schemas.microsoft.com/office/drawing/2014/main" id="{7E0E44D7-E408-4719-A09F-833B89CC84D9}"/>
              </a:ext>
            </a:extLst>
          </p:cNvPr>
          <p:cNvCxnSpPr/>
          <p:nvPr/>
        </p:nvCxnSpPr>
        <p:spPr>
          <a:xfrm xmlns:a="http://schemas.openxmlformats.org/drawingml/2006/main" flipH="0" flipV="0">
            <a:off x="7000875" y="3238500"/>
            <a:ext cx="1190625" cy="0"/>
          </a:xfrm>
          <a:prstGeom xmlns:a="http://schemas.openxmlformats.org/drawingml/2006/main" prst="straightConnector1">
            <a:avLst/>
          </a:prstGeom>
          <a:ln xmlns:a="http://schemas.openxmlformats.org/drawingml/2006/main" w="15240">
            <a:solidFill>
              <a:srgbClr val="173042"/>
            </a:solidFill>
            <a:prstDash val="solid"/>
          </a:ln>
        </p:spPr>
      </p:cxnSp>
      <p:sp>
        <p:nvSpPr>
          <p:cNvPr id="27" name="">
            <a:extLst xmlns:a="http://schemas.openxmlformats.org/drawingml/2006/main">
              <a:ext uri="{FF2B5EF4-FFF2-40B4-BE49-F238E27FC236}">
                <a16:creationId xmlns:a16="http://schemas.microsoft.com/office/drawing/2014/main" id="{DD12050C-8FD4-49CA-B84D-95F1B8367569}"/>
              </a:ext>
            </a:extLst>
          </p:cNvPr>
          <p:cNvSpPr>
            <a:spLocks xmlns:a="http://schemas.openxmlformats.org/drawingml/2006/main" noGrp="1"/>
          </p:cNvSpPr>
          <p:nvPr/>
        </p:nvSpPr>
        <p:spPr>
          <a:xfrm xmlns:a="http://schemas.openxmlformats.org/drawingml/2006/main">
            <a:off x="7296150" y="290512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HTTP</a:t>
            </a:r>
          </a:p>
        </p:txBody>
      </p:sp>
      <p:cxnSp>
        <p:nvCxnSpPr>
          <p:cNvPr id="28" name="">
            <a:extLst xmlns:a="http://schemas.openxmlformats.org/drawingml/2006/main">
              <a:ext uri="{FF2B5EF4-FFF2-40B4-BE49-F238E27FC236}">
                <a16:creationId xmlns:a16="http://schemas.microsoft.com/office/drawing/2014/main" id="{A5F10650-FE6B-4C6B-B5CA-7D8AC5540FC3}"/>
              </a:ext>
            </a:extLst>
          </p:cNvPr>
          <p:cNvCxnSpPr/>
          <p:nvPr/>
        </p:nvCxnSpPr>
        <p:spPr>
          <a:xfrm xmlns:a="http://schemas.openxmlformats.org/drawingml/2006/main" flipH="0" flipV="0">
            <a:off x="9620250" y="3714750"/>
            <a:ext cx="0" cy="714375"/>
          </a:xfrm>
          <a:prstGeom xmlns:a="http://schemas.openxmlformats.org/drawingml/2006/main" prst="straightConnector1">
            <a:avLst/>
          </a:prstGeom>
          <a:ln xmlns:a="http://schemas.openxmlformats.org/drawingml/2006/main" w="15240">
            <a:solidFill>
              <a:srgbClr val="173042"/>
            </a:solidFill>
            <a:prstDash val="solid"/>
          </a:ln>
        </p:spPr>
      </p:cxnSp>
      <p:sp>
        <p:nvSpPr>
          <p:cNvPr id="29" name="">
            <a:extLst xmlns:a="http://schemas.openxmlformats.org/drawingml/2006/main">
              <a:ext uri="{FF2B5EF4-FFF2-40B4-BE49-F238E27FC236}">
                <a16:creationId xmlns:a16="http://schemas.microsoft.com/office/drawing/2014/main" id="{7D2B803F-6701-43F1-969C-B71FA53F64DE}"/>
              </a:ext>
            </a:extLst>
          </p:cNvPr>
          <p:cNvSpPr>
            <a:spLocks xmlns:a="http://schemas.openxmlformats.org/drawingml/2006/main" noGrp="1"/>
          </p:cNvSpPr>
          <p:nvPr/>
        </p:nvSpPr>
        <p:spPr>
          <a:xfrm xmlns:a="http://schemas.openxmlformats.org/drawingml/2006/main">
            <a:off x="9810750" y="39052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/api proxy</a:t>
            </a:r>
          </a:p>
        </p:txBody>
      </p:sp>
      <p:cxnSp>
        <p:nvCxnSpPr>
          <p:cNvPr id="30" name="">
            <a:extLst xmlns:a="http://schemas.openxmlformats.org/drawingml/2006/main">
              <a:ext uri="{FF2B5EF4-FFF2-40B4-BE49-F238E27FC236}">
                <a16:creationId xmlns:a16="http://schemas.microsoft.com/office/drawing/2014/main" id="{370312EF-0F3F-496E-8D27-E29977785FDB}"/>
              </a:ext>
            </a:extLst>
          </p:cNvPr>
          <p:cNvCxnSpPr/>
          <p:nvPr/>
        </p:nvCxnSpPr>
        <p:spPr>
          <a:xfrm xmlns:a="http://schemas.openxmlformats.org/drawingml/2006/main" flipH="1" flipV="0">
            <a:off x="7000875" y="4905375"/>
            <a:ext cx="1190625" cy="0"/>
          </a:xfrm>
          <a:prstGeom xmlns:a="http://schemas.openxmlformats.org/drawingml/2006/main" prst="straightConnector1">
            <a:avLst/>
          </a:prstGeom>
          <a:ln xmlns:a="http://schemas.openxmlformats.org/drawingml/2006/main" w="15240">
            <a:solidFill>
              <a:srgbClr val="173042"/>
            </a:solidFill>
            <a:prstDash val="solid"/>
          </a:ln>
        </p:spPr>
      </p:cxnSp>
      <p:sp>
        <p:nvSpPr>
          <p:cNvPr id="31" name="">
            <a:extLst xmlns:a="http://schemas.openxmlformats.org/drawingml/2006/main">
              <a:ext uri="{FF2B5EF4-FFF2-40B4-BE49-F238E27FC236}">
                <a16:creationId xmlns:a16="http://schemas.microsoft.com/office/drawing/2014/main" id="{E9B9C859-5354-41CF-9F4E-593463A87E92}"/>
              </a:ext>
            </a:extLst>
          </p:cNvPr>
          <p:cNvSpPr>
            <a:spLocks xmlns:a="http://schemas.openxmlformats.org/drawingml/2006/main" noGrp="1"/>
          </p:cNvSpPr>
          <p:nvPr/>
        </p:nvSpPr>
        <p:spPr>
          <a:xfrm xmlns:a="http://schemas.openxmlformats.org/drawingml/2006/main">
            <a:off x="7315200" y="4562475"/>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07681"/>
                </a:solidFill>
                <a:latin typeface="Arial"/>
                <a:ea typeface="Arial"/>
                <a:cs typeface="Arial"/>
              </a:defRPr>
            </a:defPPr>
            <a:lvl1pPr algn="l">
              <a:buNone/>
              <a:defRPr sz="1500" b="0">
                <a:solidFill>
                  <a:srgbClr val="607681"/>
                </a:solidFill>
                <a:latin typeface="Arial"/>
                <a:ea typeface="Arial"/>
                <a:cs typeface="Arial"/>
              </a:defRPr>
            </a:lvl1pPr>
            <a:lvl2pPr algn="l">
              <a:buNone/>
              <a:defRPr sz="1500" b="0">
                <a:solidFill>
                  <a:srgbClr val="607681"/>
                </a:solidFill>
                <a:latin typeface="Arial"/>
                <a:ea typeface="Arial"/>
                <a:cs typeface="Arial"/>
              </a:defRPr>
            </a:lvl2pPr>
            <a:lvl3pPr algn="l">
              <a:buNone/>
              <a:defRPr sz="1500" b="0">
                <a:solidFill>
                  <a:srgbClr val="607681"/>
                </a:solidFill>
                <a:latin typeface="Arial"/>
                <a:ea typeface="Arial"/>
                <a:cs typeface="Arial"/>
              </a:defRPr>
            </a:lvl3pPr>
            <a:lvl4pPr algn="l">
              <a:buNone/>
              <a:defRPr sz="1500" b="0">
                <a:solidFill>
                  <a:srgbClr val="607681"/>
                </a:solidFill>
                <a:latin typeface="Arial"/>
                <a:ea typeface="Arial"/>
                <a:cs typeface="Arial"/>
              </a:defRPr>
            </a:lvl4pPr>
            <a:lvl5pPr algn="l">
              <a:buNone/>
              <a:defRPr sz="1500" b="0">
                <a:solidFill>
                  <a:srgbClr val="607681"/>
                </a:solidFill>
                <a:latin typeface="Arial"/>
                <a:ea typeface="Arial"/>
                <a:cs typeface="Arial"/>
              </a:defRPr>
            </a:lvl5pPr>
            <a:lvl6pPr algn="l">
              <a:buNone/>
              <a:defRPr sz="1500" b="0">
                <a:solidFill>
                  <a:srgbClr val="607681"/>
                </a:solidFill>
                <a:latin typeface="Arial"/>
                <a:ea typeface="Arial"/>
                <a:cs typeface="Arial"/>
              </a:defRPr>
            </a:lvl6pPr>
            <a:lvl7pPr algn="l">
              <a:buNone/>
              <a:defRPr sz="1500" b="0">
                <a:solidFill>
                  <a:srgbClr val="607681"/>
                </a:solidFill>
                <a:latin typeface="Arial"/>
                <a:ea typeface="Arial"/>
                <a:cs typeface="Arial"/>
              </a:defRPr>
            </a:lvl7pPr>
            <a:lvl8pPr algn="l">
              <a:buNone/>
              <a:defRPr sz="1500" b="0">
                <a:solidFill>
                  <a:srgbClr val="607681"/>
                </a:solidFill>
                <a:latin typeface="Arial"/>
                <a:ea typeface="Arial"/>
                <a:cs typeface="Arial"/>
              </a:defRPr>
            </a:lvl8pPr>
            <a:lvl9pPr algn="l">
              <a:buNone/>
              <a:defRPr sz="1500" b="0">
                <a:solidFill>
                  <a:srgbClr val="607681"/>
                </a:solidFill>
                <a:latin typeface="Arial"/>
                <a:ea typeface="Arial"/>
                <a:cs typeface="Arial"/>
              </a:defRPr>
            </a:lvl9pPr>
          </a:lstStyle>
          <a:p xmlns:a="http://schemas.openxmlformats.org/drawingml/2006/main">
            <a:pPr algn="l">
              <a:buNone/>
              <a:defRPr sz="1500" b="0">
                <a:solidFill>
                  <a:srgbClr val="607681"/>
                </a:solidFill>
                <a:latin typeface="Arial"/>
                <a:ea typeface="Arial"/>
                <a:cs typeface="Arial"/>
              </a:defRPr>
            </a:pPr>
            <a:r>
              <a:rPr sz="1500" b="0">
                <a:solidFill>
                  <a:srgbClr val="607681"/>
                </a:solidFill>
                <a:latin typeface="Arial"/>
                <a:ea typeface="Arial"/>
                <a:cs typeface="Arial"/>
              </a:rPr>
              <a:t>JDBC</a:t>
            </a:r>
          </a:p>
        </p:txBody>
      </p:sp>
      <p:sp>
        <p:nvSpPr>
          <p:cNvPr id="32" name="">
            <a:extLst xmlns:a="http://schemas.openxmlformats.org/drawingml/2006/main">
              <a:ext uri="{FF2B5EF4-FFF2-40B4-BE49-F238E27FC236}">
                <a16:creationId xmlns:a16="http://schemas.microsoft.com/office/drawing/2014/main" id="{3E5D4263-CE84-4D59-9778-0071D5ED2CFA}"/>
              </a:ext>
            </a:extLst>
          </p:cNvPr>
          <p:cNvSpPr>
            <a:spLocks xmlns:a="http://schemas.openxmlformats.org/drawingml/2006/main" noGrp="1"/>
          </p:cNvSpPr>
          <p:nvPr/>
        </p:nvSpPr>
        <p:spPr>
          <a:xfrm xmlns:a="http://schemas.openxmlformats.org/drawingml/2006/main">
            <a:off x="609600" y="58959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187B75"/>
                </a:solidFill>
                <a:latin typeface="Arial"/>
                <a:ea typeface="Arial"/>
                <a:cs typeface="Arial"/>
              </a:defRPr>
            </a:defPPr>
            <a:lvl1pPr algn="l">
              <a:buNone/>
              <a:defRPr sz="1800" b="0">
                <a:solidFill>
                  <a:srgbClr val="187B75"/>
                </a:solidFill>
                <a:latin typeface="Arial"/>
                <a:ea typeface="Arial"/>
                <a:cs typeface="Arial"/>
              </a:defRPr>
            </a:lvl1pPr>
            <a:lvl2pPr algn="l">
              <a:buNone/>
              <a:defRPr sz="1800" b="0">
                <a:solidFill>
                  <a:srgbClr val="187B75"/>
                </a:solidFill>
                <a:latin typeface="Arial"/>
                <a:ea typeface="Arial"/>
                <a:cs typeface="Arial"/>
              </a:defRPr>
            </a:lvl2pPr>
            <a:lvl3pPr algn="l">
              <a:buNone/>
              <a:defRPr sz="1800" b="0">
                <a:solidFill>
                  <a:srgbClr val="187B75"/>
                </a:solidFill>
                <a:latin typeface="Arial"/>
                <a:ea typeface="Arial"/>
                <a:cs typeface="Arial"/>
              </a:defRPr>
            </a:lvl3pPr>
            <a:lvl4pPr algn="l">
              <a:buNone/>
              <a:defRPr sz="1800" b="0">
                <a:solidFill>
                  <a:srgbClr val="187B75"/>
                </a:solidFill>
                <a:latin typeface="Arial"/>
                <a:ea typeface="Arial"/>
                <a:cs typeface="Arial"/>
              </a:defRPr>
            </a:lvl4pPr>
            <a:lvl5pPr algn="l">
              <a:buNone/>
              <a:defRPr sz="1800" b="0">
                <a:solidFill>
                  <a:srgbClr val="187B75"/>
                </a:solidFill>
                <a:latin typeface="Arial"/>
                <a:ea typeface="Arial"/>
                <a:cs typeface="Arial"/>
              </a:defRPr>
            </a:lvl5pPr>
            <a:lvl6pPr algn="l">
              <a:buNone/>
              <a:defRPr sz="1800" b="0">
                <a:solidFill>
                  <a:srgbClr val="187B75"/>
                </a:solidFill>
                <a:latin typeface="Arial"/>
                <a:ea typeface="Arial"/>
                <a:cs typeface="Arial"/>
              </a:defRPr>
            </a:lvl6pPr>
            <a:lvl7pPr algn="l">
              <a:buNone/>
              <a:defRPr sz="1800" b="0">
                <a:solidFill>
                  <a:srgbClr val="187B75"/>
                </a:solidFill>
                <a:latin typeface="Arial"/>
                <a:ea typeface="Arial"/>
                <a:cs typeface="Arial"/>
              </a:defRPr>
            </a:lvl7pPr>
            <a:lvl8pPr algn="l">
              <a:buNone/>
              <a:defRPr sz="1800" b="0">
                <a:solidFill>
                  <a:srgbClr val="187B75"/>
                </a:solidFill>
                <a:latin typeface="Arial"/>
                <a:ea typeface="Arial"/>
                <a:cs typeface="Arial"/>
              </a:defRPr>
            </a:lvl8pPr>
            <a:lvl9pPr algn="l">
              <a:buNone/>
              <a:defRPr sz="1800" b="0">
                <a:solidFill>
                  <a:srgbClr val="187B75"/>
                </a:solidFill>
                <a:latin typeface="Arial"/>
                <a:ea typeface="Arial"/>
                <a:cs typeface="Arial"/>
              </a:defRPr>
            </a:lvl9pPr>
          </a:lstStyle>
          <a:p xmlns:a="http://schemas.openxmlformats.org/drawingml/2006/main">
            <a:pPr algn="l">
              <a:buNone/>
              <a:defRPr sz="1800" b="0">
                <a:solidFill>
                  <a:srgbClr val="187B75"/>
                </a:solidFill>
                <a:latin typeface="Arial"/>
                <a:ea typeface="Arial"/>
                <a:cs typeface="Arial"/>
              </a:defRPr>
            </a:pPr>
            <a:r>
              <a:rPr sz="1800" b="0">
                <a:solidFill>
                  <a:srgbClr val="187B75"/>
                </a:solidFill>
                <a:latin typeface="Arial"/>
                <a:ea typeface="Arial"/>
                <a:cs typeface="Arial"/>
              </a:rPr>
              <a:t>One backend deployment and one shared database. Automatic scaling is not implemented.</a:t>
            </a:r>
          </a:p>
        </p:txBody>
      </p:sp>
      <p:cxnSp>
        <p:nvCxnSpPr>
          <p:cNvPr id="34" name="Footer rule">
            <a:extLst xmlns:a="http://schemas.openxmlformats.org/drawingml/2006/main">
              <a:ext uri="{FF2B5EF4-FFF2-40B4-BE49-F238E27FC236}">
                <a16:creationId xmlns:a16="http://schemas.microsoft.com/office/drawing/2014/main" id="{1BE69443-C658-415C-8306-6647A5DA2AA4}"/>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68164628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E81C2D-E4D1-4EF6-B45B-68AA1A234AAD}"/>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6E5F0DC8-645B-4CBC-9D71-73FC3C4C52A0}"/>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Authorization decisions</a:t>
            </a:r>
          </a:p>
        </p:txBody>
      </p:sp>
      <p:sp>
        <p:nvSpPr>
          <p:cNvPr id="3" name="">
            <a:extLst xmlns:a="http://schemas.openxmlformats.org/drawingml/2006/main">
              <a:ext uri="{FF2B5EF4-FFF2-40B4-BE49-F238E27FC236}">
                <a16:creationId xmlns:a16="http://schemas.microsoft.com/office/drawing/2014/main" id="{D4609496-9E6B-44B9-A32C-A3BB123695BD}"/>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AB177AB2-D682-4F74-A421-C468BF54051D}"/>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29</a:t>
            </a:r>
          </a:p>
        </p:txBody>
      </p:sp>
      <p:graphicFrame>
        <p:nvGraphicFramePr>
          <p:cNvPr id="5" name="">
            <a:extLst xmlns:a="http://schemas.openxmlformats.org/drawingml/2006/main">
              <a:ext uri="{FF2B5EF4-FFF2-40B4-BE49-F238E27FC236}">
                <a16:creationId xmlns:a16="http://schemas.microsoft.com/office/drawing/2014/main" id="{36283366-EA90-4EC6-9EA6-EC1C490B8F07}"/>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3619500"/>
                <a:gridCol w="7353300"/>
              </a:tblGrid>
              <a:tr h="666750">
                <a:tc>
                  <a:txBody>
                    <a:bodyPr/>
                    <a:lstStyle/>
                    <a:p>
                      <a:r>
                        <a:rPr sz="1800" b="1">
                          <a:solidFill>
                            <a:srgbClr val="FFFFFF"/>
                          </a:solidFill>
                          <a:latin typeface="Arial"/>
                          <a:ea typeface="Arial"/>
                          <a:cs typeface="Arial"/>
                        </a:rPr>
                        <a:t>Use case</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Server-side decision</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666750">
                <a:tc>
                  <a:txBody>
                    <a:bodyPr/>
                    <a:lstStyle/>
                    <a:p>
                      <a:r>
                        <a:rPr sz="1800" b="0">
                          <a:solidFill>
                            <a:srgbClr val="173042"/>
                          </a:solidFill>
                          <a:latin typeface="Arial"/>
                          <a:ea typeface="Arial"/>
                          <a:cs typeface="Arial"/>
                        </a:rPr>
                        <a:t>UC02 Login</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JWT claims intersect current database roles on each request</a:t>
                      </a:r>
                    </a:p>
                  </a:txBody>
                  <a:tcPr marL="91440" marR="91440" marT="45720" marB="45720">
                    <a:lnR w="9525">
                      <a:solidFill>
                        <a:srgbClr val="B6C6CC"/>
                      </a:solidFill>
                      <a:prstDash val="solid"/>
                    </a:lnR>
                    <a:lnB w="9525">
                      <a:solidFill>
                        <a:srgbClr val="B6C6CC"/>
                      </a:solidFill>
                      <a:prstDash val="solid"/>
                    </a:lnB>
                    <a:solidFill>
                      <a:srgbClr val="FFFFFF"/>
                    </a:solidFill>
                  </a:tcPr>
                </a:tc>
              </a:tr>
              <a:tr h="666750">
                <a:tc>
                  <a:txBody>
                    <a:bodyPr/>
                    <a:lstStyle/>
                    <a:p>
                      <a:r>
                        <a:rPr sz="1800" b="0">
                          <a:solidFill>
                            <a:srgbClr val="173042"/>
                          </a:solidFill>
                          <a:latin typeface="Arial"/>
                          <a:ea typeface="Arial"/>
                          <a:cs typeface="Arial"/>
                        </a:rPr>
                        <a:t>UC03 Users and Roles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Protect the last active administrator under concurrent updates</a:t>
                      </a:r>
                    </a:p>
                  </a:txBody>
                  <a:tcPr marL="91440" marR="91440" marT="45720" marB="45720">
                    <a:lnR w="9525">
                      <a:solidFill>
                        <a:srgbClr val="B6C6CC"/>
                      </a:solidFill>
                      <a:prstDash val="solid"/>
                    </a:lnR>
                    <a:lnB w="9525">
                      <a:solidFill>
                        <a:srgbClr val="B6C6CC"/>
                      </a:solidFill>
                      <a:prstDash val="solid"/>
                    </a:lnB>
                    <a:solidFill>
                      <a:srgbClr val="EEF4F6"/>
                    </a:solidFill>
                  </a:tcPr>
                </a:tc>
              </a:tr>
              <a:tr h="666750">
                <a:tc>
                  <a:txBody>
                    <a:bodyPr/>
                    <a:lstStyle/>
                    <a:p>
                      <a:r>
                        <a:rPr sz="1800" b="0">
                          <a:solidFill>
                            <a:srgbClr val="173042"/>
                          </a:solidFill>
                          <a:latin typeface="Arial"/>
                          <a:ea typeface="Arial"/>
                          <a:cs typeface="Arial"/>
                        </a:rPr>
                        <a:t>UC04 Manage Events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Require event ownership for editing, including ADMIN users</a:t>
                      </a:r>
                    </a:p>
                  </a:txBody>
                  <a:tcPr marL="91440" marR="91440" marT="45720" marB="45720">
                    <a:lnR w="9525">
                      <a:solidFill>
                        <a:srgbClr val="B6C6CC"/>
                      </a:solidFill>
                      <a:prstDash val="solid"/>
                    </a:lnR>
                    <a:lnB w="9525">
                      <a:solidFill>
                        <a:srgbClr val="B6C6CC"/>
                      </a:solidFill>
                      <a:prstDash val="solid"/>
                    </a:lnB>
                    <a:solidFill>
                      <a:srgbClr val="FFFFFF"/>
                    </a:solidFill>
                  </a:tcPr>
                </a:tc>
              </a:tr>
              <a:tr h="666750">
                <a:tc>
                  <a:txBody>
                    <a:bodyPr/>
                    <a:lstStyle/>
                    <a:p>
                      <a:r>
                        <a:rPr sz="1800" b="0">
                          <a:solidFill>
                            <a:srgbClr val="173042"/>
                          </a:solidFill>
                          <a:latin typeface="Arial"/>
                          <a:ea typeface="Arial"/>
                          <a:cs typeface="Arial"/>
                        </a:rPr>
                        <a:t>UC06 Book Tickets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Require attendee access and ownership of personal orders</a:t>
                      </a:r>
                    </a:p>
                  </a:txBody>
                  <a:tcPr marL="91440" marR="91440" marT="45720" marB="45720">
                    <a:lnR w="9525">
                      <a:solidFill>
                        <a:srgbClr val="B6C6CC"/>
                      </a:solidFill>
                      <a:prstDash val="solid"/>
                    </a:lnR>
                    <a:lnB w="9525">
                      <a:solidFill>
                        <a:srgbClr val="B6C6CC"/>
                      </a:solidFill>
                      <a:prstDash val="solid"/>
                    </a:lnB>
                    <a:solidFill>
                      <a:srgbClr val="EEF4F6"/>
                    </a:solidFill>
                  </a:tcPr>
                </a:tc>
              </a:tr>
              <a:tr h="666750">
                <a:tc>
                  <a:txBody>
                    <a:bodyPr/>
                    <a:lstStyle/>
                    <a:p>
                      <a:r>
                        <a:rPr sz="1800" b="0">
                          <a:solidFill>
                            <a:srgbClr val="173042"/>
                          </a:solidFill>
                          <a:latin typeface="Arial"/>
                          <a:ea typeface="Arial"/>
                          <a:cs typeface="Arial"/>
                        </a:rPr>
                        <a:t>UC07 Check In Ticket</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Require permitted role, event assignment and valid time window</a:t>
                      </a:r>
                    </a:p>
                  </a:txBody>
                  <a:tcPr marL="91440" marR="91440" marT="45720" marB="45720">
                    <a:lnR w="9525">
                      <a:solidFill>
                        <a:srgbClr val="B6C6CC"/>
                      </a:solidFill>
                      <a:prstDash val="solid"/>
                    </a:lnR>
                    <a:lnB w="9525">
                      <a:solidFill>
                        <a:srgbClr val="B6C6CC"/>
                      </a:solidFill>
                      <a:prstDash val="solid"/>
                    </a:lnB>
                    <a:solidFill>
                      <a:srgbClr val="FFFFFF"/>
                    </a:solidFill>
                  </a:tcPr>
                </a:tc>
              </a:tr>
            </a:tbl>
          </a:graphicData>
        </a:graphic>
      </p:graphicFrame>
      <p:cxnSp>
        <p:nvCxnSpPr>
          <p:cNvPr id="7" name="Footer rule">
            <a:extLst xmlns:a="http://schemas.openxmlformats.org/drawingml/2006/main">
              <a:ext uri="{FF2B5EF4-FFF2-40B4-BE49-F238E27FC236}">
                <a16:creationId xmlns:a16="http://schemas.microsoft.com/office/drawing/2014/main" id="{F44F4D2A-CE20-4AC4-8B51-B99593EF99DF}"/>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25202221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7E7724-D9FC-4927-B0A6-AC03F86EFFCE}"/>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564C6277-1AB1-4204-B748-5965FAF29374}"/>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Evidence versions</a:t>
            </a:r>
          </a:p>
        </p:txBody>
      </p:sp>
      <p:sp>
        <p:nvSpPr>
          <p:cNvPr id="3" name="">
            <a:extLst xmlns:a="http://schemas.openxmlformats.org/drawingml/2006/main">
              <a:ext uri="{FF2B5EF4-FFF2-40B4-BE49-F238E27FC236}">
                <a16:creationId xmlns:a16="http://schemas.microsoft.com/office/drawing/2014/main" id="{4FEBE0BE-1751-4462-8417-3A283A5F053D}"/>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81B5DF2C-330B-4B09-B0E5-0EB122897068}"/>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30</a:t>
            </a:r>
          </a:p>
        </p:txBody>
      </p:sp>
      <p:graphicFrame>
        <p:nvGraphicFramePr>
          <p:cNvPr id="5" name="">
            <a:extLst xmlns:a="http://schemas.openxmlformats.org/drawingml/2006/main">
              <a:ext uri="{FF2B5EF4-FFF2-40B4-BE49-F238E27FC236}">
                <a16:creationId xmlns:a16="http://schemas.microsoft.com/office/drawing/2014/main" id="{5BF89731-FE95-4AF6-A65B-BAC0E10F8AA8}"/>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3333750"/>
                <a:gridCol w="7639050"/>
              </a:tblGrid>
              <a:tr h="666750">
                <a:tc>
                  <a:txBody>
                    <a:bodyPr/>
                    <a:lstStyle/>
                    <a:p>
                      <a:r>
                        <a:rPr sz="1800" b="1">
                          <a:solidFill>
                            <a:srgbClr val="FFFFFF"/>
                          </a:solidFill>
                          <a:latin typeface="Arial"/>
                          <a:ea typeface="Arial"/>
                          <a:cs typeface="Arial"/>
                        </a:rPr>
                        <a:t>Evidence</a:t>
                      </a:r>
                    </a:p>
                  </a:txBody>
                  <a:tcPr marL="91440" marR="91440" marT="45720" marB="45720">
                    <a:lnL w="9525">
                      <a:solidFill>
                        <a:srgbClr val="B6C6CC"/>
                      </a:solidFill>
                      <a:prstDash val="solid"/>
                    </a:lnL>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c>
                  <a:txBody>
                    <a:bodyPr/>
                    <a:lstStyle/>
                    <a:p>
                      <a:r>
                        <a:rPr sz="1800" b="1">
                          <a:solidFill>
                            <a:srgbClr val="FFFFFF"/>
                          </a:solidFill>
                          <a:latin typeface="Arial"/>
                          <a:ea typeface="Arial"/>
                          <a:cs typeface="Arial"/>
                        </a:rPr>
                        <a:t>Version / measurement</a:t>
                      </a:r>
                    </a:p>
                  </a:txBody>
                  <a:tcPr marL="91440" marR="91440" marT="45720" marB="45720">
                    <a:lnR w="9525">
                      <a:solidFill>
                        <a:srgbClr val="B6C6CC"/>
                      </a:solidFill>
                      <a:prstDash val="solid"/>
                    </a:lnR>
                    <a:lnT w="9525">
                      <a:solidFill>
                        <a:srgbClr val="B6C6CC"/>
                      </a:solidFill>
                      <a:prstDash val="solid"/>
                    </a:lnT>
                    <a:lnB w="9525">
                      <a:solidFill>
                        <a:srgbClr val="B6C6CC"/>
                      </a:solidFill>
                      <a:prstDash val="solid"/>
                    </a:lnB>
                    <a:solidFill>
                      <a:srgbClr val="205878"/>
                    </a:solidFill>
                  </a:tcPr>
                </a:tc>
              </a:tr>
              <a:tr h="666750">
                <a:tc>
                  <a:txBody>
                    <a:bodyPr/>
                    <a:lstStyle/>
                    <a:p>
                      <a:r>
                        <a:rPr sz="1800" b="0">
                          <a:solidFill>
                            <a:srgbClr val="173042"/>
                          </a:solidFill>
                          <a:latin typeface="Arial"/>
                          <a:ea typeface="Arial"/>
                          <a:cs typeface="Arial"/>
                        </a:rPr>
                        <a:t>Latest functional tests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565f08b: 215 backend passed + 1 skipped, 244 frontend passed</a:t>
                      </a:r>
                    </a:p>
                  </a:txBody>
                  <a:tcPr marL="91440" marR="91440" marT="45720" marB="45720">
                    <a:lnR w="9525">
                      <a:solidFill>
                        <a:srgbClr val="B6C6CC"/>
                      </a:solidFill>
                      <a:prstDash val="solid"/>
                    </a:lnR>
                    <a:lnB w="9525">
                      <a:solidFill>
                        <a:srgbClr val="B6C6CC"/>
                      </a:solidFill>
                      <a:prstDash val="solid"/>
                    </a:lnB>
                    <a:solidFill>
                      <a:srgbClr val="FFFFFF"/>
                    </a:solidFill>
                  </a:tcPr>
                </a:tc>
              </a:tr>
              <a:tr h="666750">
                <a:tc>
                  <a:txBody>
                    <a:bodyPr/>
                    <a:lstStyle/>
                    <a:p>
                      <a:r>
                        <a:rPr sz="1800" b="0">
                          <a:solidFill>
                            <a:srgbClr val="173042"/>
                          </a:solidFill>
                          <a:latin typeface="Arial"/>
                          <a:ea typeface="Arial"/>
                          <a:cs typeface="Arial"/>
                        </a:rPr>
                        <a:t>Backend coverage</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270c2b8: 94.58% line, 81.68% branch</a:t>
                      </a:r>
                    </a:p>
                  </a:txBody>
                  <a:tcPr marL="91440" marR="91440" marT="45720" marB="45720">
                    <a:lnR w="9525">
                      <a:solidFill>
                        <a:srgbClr val="B6C6CC"/>
                      </a:solidFill>
                      <a:prstDash val="solid"/>
                    </a:lnR>
                    <a:lnB w="9525">
                      <a:solidFill>
                        <a:srgbClr val="B6C6CC"/>
                      </a:solidFill>
                      <a:prstDash val="solid"/>
                    </a:lnB>
                    <a:solidFill>
                      <a:srgbClr val="EEF4F6"/>
                    </a:solidFill>
                  </a:tcPr>
                </a:tc>
              </a:tr>
              <a:tr h="666750">
                <a:tc>
                  <a:txBody>
                    <a:bodyPr/>
                    <a:lstStyle/>
                    <a:p>
                      <a:r>
                        <a:rPr sz="1800" b="0">
                          <a:solidFill>
                            <a:srgbClr val="173042"/>
                          </a:solidFill>
                          <a:latin typeface="Arial"/>
                          <a:ea typeface="Arial"/>
                          <a:cs typeface="Arial"/>
                        </a:rPr>
                        <a:t>Frontend coverage</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Latest log: 92.75% line, 83.47% branch</a:t>
                      </a:r>
                    </a:p>
                  </a:txBody>
                  <a:tcPr marL="91440" marR="91440" marT="45720" marB="45720">
                    <a:lnR w="9525">
                      <a:solidFill>
                        <a:srgbClr val="B6C6CC"/>
                      </a:solidFill>
                      <a:prstDash val="solid"/>
                    </a:lnR>
                    <a:lnB w="9525">
                      <a:solidFill>
                        <a:srgbClr val="B6C6CC"/>
                      </a:solidFill>
                      <a:prstDash val="solid"/>
                    </a:lnB>
                    <a:solidFill>
                      <a:srgbClr val="FFFFFF"/>
                    </a:solidFill>
                  </a:tcPr>
                </a:tc>
              </a:tr>
              <a:tr h="666750">
                <a:tc>
                  <a:txBody>
                    <a:bodyPr/>
                    <a:lstStyle/>
                    <a:p>
                      <a:r>
                        <a:rPr sz="1800" b="0">
                          <a:solidFill>
                            <a:srgbClr val="173042"/>
                          </a:solidFill>
                          <a:latin typeface="Arial"/>
                          <a:ea typeface="Arial"/>
                          <a:cs typeface="Arial"/>
                        </a:rPr>
                        <a:t>Read / mixed request counts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EEF4F6"/>
                    </a:solidFill>
                  </a:tcPr>
                </a:tc>
                <a:tc>
                  <a:txBody>
                    <a:bodyPr/>
                    <a:lstStyle/>
                    <a:p>
                      <a:r>
                        <a:rPr sz="1800" b="0">
                          <a:solidFill>
                            <a:srgbClr val="173042"/>
                          </a:solidFill>
                          <a:latin typeface="Arial"/>
                          <a:ea typeface="Arial"/>
                          <a:cs typeface="Arial"/>
                        </a:rPr>
                        <a:t>500: 21,048 / 23,092. 1000: 95,360 / 83,164</a:t>
                      </a:r>
                    </a:p>
                  </a:txBody>
                  <a:tcPr marL="91440" marR="91440" marT="45720" marB="45720">
                    <a:lnR w="9525">
                      <a:solidFill>
                        <a:srgbClr val="B6C6CC"/>
                      </a:solidFill>
                      <a:prstDash val="solid"/>
                    </a:lnR>
                    <a:lnB w="9525">
                      <a:solidFill>
                        <a:srgbClr val="B6C6CC"/>
                      </a:solidFill>
                      <a:prstDash val="solid"/>
                    </a:lnB>
                    <a:solidFill>
                      <a:srgbClr val="EEF4F6"/>
                    </a:solidFill>
                  </a:tcPr>
                </a:tc>
              </a:tr>
              <a:tr h="666750">
                <a:tc>
                  <a:txBody>
                    <a:bodyPr/>
                    <a:lstStyle/>
                    <a:p>
                      <a:r>
                        <a:rPr sz="1800" b="0">
                          <a:solidFill>
                            <a:srgbClr val="173042"/>
                          </a:solidFill>
                          <a:latin typeface="Arial"/>
                          <a:ea typeface="Arial"/>
                          <a:cs typeface="Arial"/>
                        </a:rPr>
                        <a:t>Contention response counts</a:t>
                      </a:r>
                    </a:p>
                  </a:txBody>
                  <a:tcPr marL="91440" marR="91440" marT="45720" marB="45720">
                    <a:lnL w="9525">
                      <a:solidFill>
                        <a:srgbClr val="B6C6CC"/>
                      </a:solidFill>
                      <a:prstDash val="solid"/>
                    </a:lnL>
                    <a:lnR w="9525">
                      <a:solidFill>
                        <a:srgbClr val="B6C6CC"/>
                      </a:solidFill>
                      <a:prstDash val="solid"/>
                    </a:lnR>
                    <a:lnB w="9525">
                      <a:solidFill>
                        <a:srgbClr val="B6C6CC"/>
                      </a:solidFill>
                      <a:prstDash val="solid"/>
                    </a:lnB>
                    <a:solidFill>
                      <a:srgbClr val="FFFFFF"/>
                    </a:solidFill>
                  </a:tcPr>
                </a:tc>
                <a:tc>
                  <a:txBody>
                    <a:bodyPr/>
                    <a:lstStyle/>
                    <a:p>
                      <a:r>
                        <a:rPr sz="1800" b="0">
                          <a:solidFill>
                            <a:srgbClr val="173042"/>
                          </a:solidFill>
                          <a:latin typeface="Arial"/>
                          <a:ea typeface="Arial"/>
                          <a:cs typeface="Arial"/>
                        </a:rPr>
                        <a:t>100 created, 899 expected conflicts, 1 connection refusal</a:t>
                      </a:r>
                    </a:p>
                  </a:txBody>
                  <a:tcPr marL="91440" marR="91440" marT="45720" marB="45720">
                    <a:lnR w="9525">
                      <a:solidFill>
                        <a:srgbClr val="B6C6CC"/>
                      </a:solidFill>
                      <a:prstDash val="solid"/>
                    </a:lnR>
                    <a:lnB w="9525">
                      <a:solidFill>
                        <a:srgbClr val="B6C6CC"/>
                      </a:solidFill>
                      <a:prstDash val="solid"/>
                    </a:lnB>
                    <a:solidFill>
                      <a:srgbClr val="FFFFFF"/>
                    </a:solidFill>
                  </a:tcPr>
                </a:tc>
              </a:tr>
            </a:tbl>
          </a:graphicData>
        </a:graphic>
      </p:graphicFrame>
      <p:cxnSp>
        <p:nvCxnSpPr>
          <p:cNvPr id="7" name="Footer rule">
            <a:extLst xmlns:a="http://schemas.openxmlformats.org/drawingml/2006/main">
              <a:ext uri="{FF2B5EF4-FFF2-40B4-BE49-F238E27FC236}">
                <a16:creationId xmlns:a16="http://schemas.microsoft.com/office/drawing/2014/main" id="{D700C0B9-0FDA-4D53-8FF9-BA0B7D5314C2}"/>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12880493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446F71-250C-4CAB-8920-F89388A96971}"/>
              </a:ext>
            </a:extLst>
          </p:cNvPr>
          <p:cNvSpPr>
            <a:spLocks xmlns:a="http://schemas.openxmlformats.org/drawingml/2006/main" noGrp="1"/>
          </p:cNvSpPr>
          <p:nvPr/>
        </p:nvSpPr>
        <p:spPr>
          <a:xfrm xmlns:a="http://schemas.openxmlformats.org/drawingml/2006/main">
            <a:off x="609600" y="295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187B75"/>
                </a:solidFill>
                <a:latin typeface="Arial"/>
                <a:ea typeface="Arial"/>
                <a:cs typeface="Arial"/>
              </a:defRPr>
            </a:defPPr>
            <a:lvl1pPr>
              <a:buNone/>
              <a:defRPr sz="1275" b="1">
                <a:solidFill>
                  <a:srgbClr val="187B75"/>
                </a:solidFill>
                <a:latin typeface="Arial"/>
                <a:ea typeface="Arial"/>
                <a:cs typeface="Arial"/>
              </a:defRPr>
            </a:lvl1pPr>
            <a:lvl2pPr>
              <a:buNone/>
              <a:defRPr sz="1275" b="1">
                <a:solidFill>
                  <a:srgbClr val="187B75"/>
                </a:solidFill>
                <a:latin typeface="Arial"/>
                <a:ea typeface="Arial"/>
                <a:cs typeface="Arial"/>
              </a:defRPr>
            </a:lvl2pPr>
            <a:lvl3pPr>
              <a:buNone/>
              <a:defRPr sz="1275" b="1">
                <a:solidFill>
                  <a:srgbClr val="187B75"/>
                </a:solidFill>
                <a:latin typeface="Arial"/>
                <a:ea typeface="Arial"/>
                <a:cs typeface="Arial"/>
              </a:defRPr>
            </a:lvl3pPr>
            <a:lvl4pPr>
              <a:buNone/>
              <a:defRPr sz="1275" b="1">
                <a:solidFill>
                  <a:srgbClr val="187B75"/>
                </a:solidFill>
                <a:latin typeface="Arial"/>
                <a:ea typeface="Arial"/>
                <a:cs typeface="Arial"/>
              </a:defRPr>
            </a:lvl4pPr>
            <a:lvl5pPr>
              <a:buNone/>
              <a:defRPr sz="1275" b="1">
                <a:solidFill>
                  <a:srgbClr val="187B75"/>
                </a:solidFill>
                <a:latin typeface="Arial"/>
                <a:ea typeface="Arial"/>
                <a:cs typeface="Arial"/>
              </a:defRPr>
            </a:lvl5pPr>
            <a:lvl6pPr>
              <a:buNone/>
              <a:defRPr sz="1275" b="1">
                <a:solidFill>
                  <a:srgbClr val="187B75"/>
                </a:solidFill>
                <a:latin typeface="Arial"/>
                <a:ea typeface="Arial"/>
                <a:cs typeface="Arial"/>
              </a:defRPr>
            </a:lvl6pPr>
            <a:lvl7pPr>
              <a:buNone/>
              <a:defRPr sz="1275" b="1">
                <a:solidFill>
                  <a:srgbClr val="187B75"/>
                </a:solidFill>
                <a:latin typeface="Arial"/>
                <a:ea typeface="Arial"/>
                <a:cs typeface="Arial"/>
              </a:defRPr>
            </a:lvl7pPr>
            <a:lvl8pPr>
              <a:buNone/>
              <a:defRPr sz="1275" b="1">
                <a:solidFill>
                  <a:srgbClr val="187B75"/>
                </a:solidFill>
                <a:latin typeface="Arial"/>
                <a:ea typeface="Arial"/>
                <a:cs typeface="Arial"/>
              </a:defRPr>
            </a:lvl8pPr>
            <a:lvl9pPr>
              <a:buNone/>
              <a:defRPr sz="1275" b="1">
                <a:solidFill>
                  <a:srgbClr val="187B75"/>
                </a:solidFill>
                <a:latin typeface="Arial"/>
                <a:ea typeface="Arial"/>
                <a:cs typeface="Arial"/>
              </a:defRPr>
            </a:lvl9pPr>
          </a:lstStyle>
          <a:p xmlns:a="http://schemas.openxmlformats.org/drawingml/2006/main">
            <a:pPr>
              <a:buNone/>
              <a:defRPr sz="1050" b="1">
                <a:solidFill>
                  <a:srgbClr val="187B75"/>
                </a:solidFill>
                <a:latin typeface="Arial"/>
                <a:ea typeface="Arial"/>
                <a:cs typeface="Arial"/>
              </a:defRPr>
            </a:pPr>
            <a:r>
              <a:rPr sz="1050" b="1">
                <a:solidFill>
                  <a:srgbClr val="187B7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A5F45964-415F-4B7B-9B5F-1D89C0448773}"/>
              </a:ext>
            </a:extLst>
          </p:cNvPr>
          <p:cNvSpPr>
            <a:spLocks xmlns:a="http://schemas.openxmlformats.org/drawingml/2006/main" noGrp="1"/>
          </p:cNvSpPr>
          <p:nvPr/>
        </p:nvSpPr>
        <p:spPr>
          <a:xfrm xmlns:a="http://schemas.openxmlformats.org/drawingml/2006/main">
            <a:off x="609600" y="6858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173042"/>
                </a:solidFill>
                <a:latin typeface="Arial"/>
                <a:ea typeface="Arial"/>
                <a:cs typeface="Arial"/>
              </a:defRPr>
            </a:defPPr>
            <a:lvl1pPr>
              <a:buNone/>
              <a:defRPr sz="3225" b="1">
                <a:solidFill>
                  <a:srgbClr val="173042"/>
                </a:solidFill>
                <a:latin typeface="Arial"/>
                <a:ea typeface="Arial"/>
                <a:cs typeface="Arial"/>
              </a:defRPr>
            </a:lvl1pPr>
            <a:lvl2pPr>
              <a:buNone/>
              <a:defRPr sz="3225" b="1">
                <a:solidFill>
                  <a:srgbClr val="173042"/>
                </a:solidFill>
                <a:latin typeface="Arial"/>
                <a:ea typeface="Arial"/>
                <a:cs typeface="Arial"/>
              </a:defRPr>
            </a:lvl2pPr>
            <a:lvl3pPr>
              <a:buNone/>
              <a:defRPr sz="3225" b="1">
                <a:solidFill>
                  <a:srgbClr val="173042"/>
                </a:solidFill>
                <a:latin typeface="Arial"/>
                <a:ea typeface="Arial"/>
                <a:cs typeface="Arial"/>
              </a:defRPr>
            </a:lvl3pPr>
            <a:lvl4pPr>
              <a:buNone/>
              <a:defRPr sz="3225" b="1">
                <a:solidFill>
                  <a:srgbClr val="173042"/>
                </a:solidFill>
                <a:latin typeface="Arial"/>
                <a:ea typeface="Arial"/>
                <a:cs typeface="Arial"/>
              </a:defRPr>
            </a:lvl4pPr>
            <a:lvl5pPr>
              <a:buNone/>
              <a:defRPr sz="3225" b="1">
                <a:solidFill>
                  <a:srgbClr val="173042"/>
                </a:solidFill>
                <a:latin typeface="Arial"/>
                <a:ea typeface="Arial"/>
                <a:cs typeface="Arial"/>
              </a:defRPr>
            </a:lvl5pPr>
            <a:lvl6pPr>
              <a:buNone/>
              <a:defRPr sz="3225" b="1">
                <a:solidFill>
                  <a:srgbClr val="173042"/>
                </a:solidFill>
                <a:latin typeface="Arial"/>
                <a:ea typeface="Arial"/>
                <a:cs typeface="Arial"/>
              </a:defRPr>
            </a:lvl6pPr>
            <a:lvl7pPr>
              <a:buNone/>
              <a:defRPr sz="3225" b="1">
                <a:solidFill>
                  <a:srgbClr val="173042"/>
                </a:solidFill>
                <a:latin typeface="Arial"/>
                <a:ea typeface="Arial"/>
                <a:cs typeface="Arial"/>
              </a:defRPr>
            </a:lvl7pPr>
            <a:lvl8pPr>
              <a:buNone/>
              <a:defRPr sz="3225" b="1">
                <a:solidFill>
                  <a:srgbClr val="173042"/>
                </a:solidFill>
                <a:latin typeface="Arial"/>
                <a:ea typeface="Arial"/>
                <a:cs typeface="Arial"/>
              </a:defRPr>
            </a:lvl8pPr>
            <a:lvl9pPr>
              <a:buNone/>
              <a:defRPr sz="3225" b="1">
                <a:solidFill>
                  <a:srgbClr val="173042"/>
                </a:solidFill>
                <a:latin typeface="Arial"/>
                <a:ea typeface="Arial"/>
                <a:cs typeface="Arial"/>
              </a:defRPr>
            </a:lvl9pPr>
          </a:lstStyle>
          <a:p xmlns:a="http://schemas.openxmlformats.org/drawingml/2006/main">
            <a:pPr>
              <a:buNone/>
              <a:defRPr sz="3100" b="1">
                <a:solidFill>
                  <a:srgbClr val="173042"/>
                </a:solidFill>
                <a:latin typeface="Arial"/>
                <a:ea typeface="Arial"/>
                <a:cs typeface="Arial"/>
              </a:defRPr>
            </a:pPr>
            <a:r>
              <a:rPr sz="3100" b="1">
                <a:solidFill>
                  <a:srgbClr val="173042"/>
                </a:solidFill>
                <a:latin typeface="Arial"/>
                <a:ea typeface="Arial"/>
                <a:cs typeface="Arial"/>
              </a:rPr>
              <a:t>Engineering findings</a:t>
            </a:r>
          </a:p>
        </p:txBody>
      </p:sp>
      <p:sp>
        <p:nvSpPr>
          <p:cNvPr id="3" name="">
            <a:extLst xmlns:a="http://schemas.openxmlformats.org/drawingml/2006/main">
              <a:ext uri="{FF2B5EF4-FFF2-40B4-BE49-F238E27FC236}">
                <a16:creationId xmlns:a16="http://schemas.microsoft.com/office/drawing/2014/main" id="{0894B53D-4E27-40AE-B36B-AB9DA1E03ED9}"/>
              </a:ext>
            </a:extLst>
          </p:cNvPr>
          <p:cNvSpPr>
            <a:spLocks xmlns:a="http://schemas.openxmlformats.org/drawingml/2006/main" noGrp="1"/>
          </p:cNvSpPr>
          <p:nvPr/>
        </p:nvSpPr>
        <p:spPr>
          <a:xfrm xmlns:a="http://schemas.openxmlformats.org/drawingml/2006/main">
            <a:off x="609600" y="66389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50" b="0">
                <a:solidFill>
                  <a:srgbClr val="607681"/>
                </a:solidFill>
                <a:latin typeface="Arial"/>
                <a:ea typeface="Arial"/>
                <a:cs typeface="Arial"/>
              </a:defRPr>
            </a:defPPr>
            <a:lvl1pPr>
              <a:buNone/>
              <a:defRPr sz="1125" b="0">
                <a:solidFill>
                  <a:srgbClr val="607681"/>
                </a:solidFill>
                <a:latin typeface="Arial"/>
                <a:ea typeface="Arial"/>
                <a:cs typeface="Arial"/>
              </a:defRPr>
            </a:lvl1pPr>
            <a:lvl2pPr>
              <a:buNone/>
              <a:defRPr sz="1125" b="0">
                <a:solidFill>
                  <a:srgbClr val="607681"/>
                </a:solidFill>
                <a:latin typeface="Arial"/>
                <a:ea typeface="Arial"/>
                <a:cs typeface="Arial"/>
              </a:defRPr>
            </a:lvl2pPr>
            <a:lvl3pPr>
              <a:buNone/>
              <a:defRPr sz="1125" b="0">
                <a:solidFill>
                  <a:srgbClr val="607681"/>
                </a:solidFill>
                <a:latin typeface="Arial"/>
                <a:ea typeface="Arial"/>
                <a:cs typeface="Arial"/>
              </a:defRPr>
            </a:lvl3pPr>
            <a:lvl4pPr>
              <a:buNone/>
              <a:defRPr sz="1125" b="0">
                <a:solidFill>
                  <a:srgbClr val="607681"/>
                </a:solidFill>
                <a:latin typeface="Arial"/>
                <a:ea typeface="Arial"/>
                <a:cs typeface="Arial"/>
              </a:defRPr>
            </a:lvl4pPr>
            <a:lvl5pPr>
              <a:buNone/>
              <a:defRPr sz="1125" b="0">
                <a:solidFill>
                  <a:srgbClr val="607681"/>
                </a:solidFill>
                <a:latin typeface="Arial"/>
                <a:ea typeface="Arial"/>
                <a:cs typeface="Arial"/>
              </a:defRPr>
            </a:lvl5pPr>
            <a:lvl6pPr>
              <a:buNone/>
              <a:defRPr sz="1125" b="0">
                <a:solidFill>
                  <a:srgbClr val="607681"/>
                </a:solidFill>
                <a:latin typeface="Arial"/>
                <a:ea typeface="Arial"/>
                <a:cs typeface="Arial"/>
              </a:defRPr>
            </a:lvl6pPr>
            <a:lvl7pPr>
              <a:buNone/>
              <a:defRPr sz="1125" b="0">
                <a:solidFill>
                  <a:srgbClr val="607681"/>
                </a:solidFill>
                <a:latin typeface="Arial"/>
                <a:ea typeface="Arial"/>
                <a:cs typeface="Arial"/>
              </a:defRPr>
            </a:lvl7pPr>
            <a:lvl8pPr>
              <a:buNone/>
              <a:defRPr sz="1125" b="0">
                <a:solidFill>
                  <a:srgbClr val="607681"/>
                </a:solidFill>
                <a:latin typeface="Arial"/>
                <a:ea typeface="Arial"/>
                <a:cs typeface="Arial"/>
              </a:defRPr>
            </a:lvl8pPr>
            <a:lvl9pPr>
              <a:buNone/>
              <a:defRPr sz="1125" b="0">
                <a:solidFill>
                  <a:srgbClr val="607681"/>
                </a:solidFill>
                <a:latin typeface="Arial"/>
                <a:ea typeface="Arial"/>
                <a:cs typeface="Arial"/>
              </a:defRPr>
            </a:lvl9pPr>
          </a:lstStyle>
          <a:p xmlns:a="http://schemas.openxmlformats.org/drawingml/2006/main">
            <a:pPr>
              <a:buNone/>
              <a:defRPr sz="950" b="0">
                <a:solidFill>
                  <a:srgbClr val="607681"/>
                </a:solidFill>
                <a:latin typeface="Arial"/>
                <a:ea typeface="Arial"/>
                <a:cs typeface="Arial"/>
              </a:defRPr>
            </a:pPr>
            <a:r>
              <a:rPr sz="950" b="0">
                <a:solidFill>
                  <a:srgbClr val="607681"/>
                </a:solidFill>
                <a:latin typeface="Arial"/>
                <a:ea typeface="Arial"/>
                <a:cs typeface="Arial"/>
              </a:rPr>
              <a:t>SEMS  /  Team 10</a:t>
            </a:r>
          </a:p>
        </p:txBody>
      </p:sp>
      <p:sp>
        <p:nvSpPr>
          <p:cNvPr id="4" name="">
            <a:extLst xmlns:a="http://schemas.openxmlformats.org/drawingml/2006/main">
              <a:ext uri="{FF2B5EF4-FFF2-40B4-BE49-F238E27FC236}">
                <a16:creationId xmlns:a16="http://schemas.microsoft.com/office/drawing/2014/main" id="{19DD4348-DE21-4115-B70A-833CE356171A}"/>
              </a:ext>
            </a:extLst>
          </p:cNvPr>
          <p:cNvSpPr>
            <a:spLocks xmlns:a="http://schemas.openxmlformats.org/drawingml/2006/main" noGrp="1"/>
          </p:cNvSpPr>
          <p:nvPr/>
        </p:nvSpPr>
        <p:spPr>
          <a:xfrm xmlns:a="http://schemas.openxmlformats.org/drawingml/2006/main">
            <a:off x="11049000" y="6638925"/>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000" b="0">
                <a:solidFill>
                  <a:srgbClr val="607681"/>
                </a:solidFill>
                <a:latin typeface="Arial"/>
                <a:ea typeface="Arial"/>
                <a:cs typeface="Arial"/>
              </a:defRPr>
            </a:defPPr>
            <a:lvl1pPr algn="r">
              <a:buNone/>
              <a:defRPr sz="1275" b="0">
                <a:solidFill>
                  <a:srgbClr val="187B75"/>
                </a:solidFill>
                <a:latin typeface="Arial"/>
                <a:ea typeface="Arial"/>
                <a:cs typeface="Arial"/>
              </a:defRPr>
            </a:lvl1pPr>
            <a:lvl2pPr algn="r">
              <a:buNone/>
              <a:defRPr sz="1275" b="0">
                <a:solidFill>
                  <a:srgbClr val="187B75"/>
                </a:solidFill>
                <a:latin typeface="Arial"/>
                <a:ea typeface="Arial"/>
                <a:cs typeface="Arial"/>
              </a:defRPr>
            </a:lvl2pPr>
            <a:lvl3pPr algn="r">
              <a:buNone/>
              <a:defRPr sz="1275" b="0">
                <a:solidFill>
                  <a:srgbClr val="187B75"/>
                </a:solidFill>
                <a:latin typeface="Arial"/>
                <a:ea typeface="Arial"/>
                <a:cs typeface="Arial"/>
              </a:defRPr>
            </a:lvl3pPr>
            <a:lvl4pPr algn="r">
              <a:buNone/>
              <a:defRPr sz="1275" b="0">
                <a:solidFill>
                  <a:srgbClr val="187B75"/>
                </a:solidFill>
                <a:latin typeface="Arial"/>
                <a:ea typeface="Arial"/>
                <a:cs typeface="Arial"/>
              </a:defRPr>
            </a:lvl4pPr>
            <a:lvl5pPr algn="r">
              <a:buNone/>
              <a:defRPr sz="1275" b="0">
                <a:solidFill>
                  <a:srgbClr val="187B75"/>
                </a:solidFill>
                <a:latin typeface="Arial"/>
                <a:ea typeface="Arial"/>
                <a:cs typeface="Arial"/>
              </a:defRPr>
            </a:lvl5pPr>
            <a:lvl6pPr algn="r">
              <a:buNone/>
              <a:defRPr sz="1275" b="0">
                <a:solidFill>
                  <a:srgbClr val="187B75"/>
                </a:solidFill>
                <a:latin typeface="Arial"/>
                <a:ea typeface="Arial"/>
                <a:cs typeface="Arial"/>
              </a:defRPr>
            </a:lvl6pPr>
            <a:lvl7pPr algn="r">
              <a:buNone/>
              <a:defRPr sz="1275" b="0">
                <a:solidFill>
                  <a:srgbClr val="187B75"/>
                </a:solidFill>
                <a:latin typeface="Arial"/>
                <a:ea typeface="Arial"/>
                <a:cs typeface="Arial"/>
              </a:defRPr>
            </a:lvl7pPr>
            <a:lvl8pPr algn="r">
              <a:buNone/>
              <a:defRPr sz="1275" b="0">
                <a:solidFill>
                  <a:srgbClr val="187B75"/>
                </a:solidFill>
                <a:latin typeface="Arial"/>
                <a:ea typeface="Arial"/>
                <a:cs typeface="Arial"/>
              </a:defRPr>
            </a:lvl8pPr>
            <a:lvl9pPr algn="r">
              <a:buNone/>
              <a:defRPr sz="1275" b="0">
                <a:solidFill>
                  <a:srgbClr val="187B75"/>
                </a:solidFill>
                <a:latin typeface="Arial"/>
                <a:ea typeface="Arial"/>
                <a:cs typeface="Arial"/>
              </a:defRPr>
            </a:lvl9pPr>
          </a:lstStyle>
          <a:p xmlns:a="http://schemas.openxmlformats.org/drawingml/2006/main">
            <a:pPr algn="r">
              <a:buNone/>
              <a:defRPr sz="1000" b="0">
                <a:solidFill>
                  <a:srgbClr val="607681"/>
                </a:solidFill>
                <a:latin typeface="Arial"/>
                <a:ea typeface="Arial"/>
                <a:cs typeface="Arial"/>
              </a:defRPr>
            </a:pPr>
            <a:r>
              <a:rPr sz="1000" b="0">
                <a:solidFill>
                  <a:srgbClr val="607681"/>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6A15D3E5-10BD-499B-AD55-8670167E63B9}"/>
              </a:ext>
            </a:extLst>
          </p:cNvPr>
          <p:cNvSpPr>
            <a:spLocks xmlns:a="http://schemas.openxmlformats.org/drawingml/2006/main" noGrp="1"/>
          </p:cNvSpPr>
          <p:nvPr/>
        </p:nvSpPr>
        <p:spPr>
          <a:xfrm xmlns:a="http://schemas.openxmlformats.org/drawingml/2006/main">
            <a:off x="609600" y="180975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Proxy regression</a:t>
            </a:r>
          </a:p>
        </p:txBody>
      </p:sp>
      <p:sp>
        <p:nvSpPr>
          <p:cNvPr id="6" name="">
            <a:extLst xmlns:a="http://schemas.openxmlformats.org/drawingml/2006/main">
              <a:ext uri="{FF2B5EF4-FFF2-40B4-BE49-F238E27FC236}">
                <a16:creationId xmlns:a16="http://schemas.microsoft.com/office/drawing/2014/main" id="{5B75D1DD-8AF1-4EF9-BAFA-EB2EE503792C}"/>
              </a:ext>
            </a:extLst>
          </p:cNvPr>
          <p:cNvSpPr>
            <a:spLocks xmlns:a="http://schemas.openxmlformats.org/drawingml/2006/main" noGrp="1"/>
          </p:cNvSpPr>
          <p:nvPr/>
        </p:nvSpPr>
        <p:spPr>
          <a:xfrm xmlns:a="http://schemas.openxmlformats.org/drawingml/2006/main">
            <a:off x="3619500" y="18097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Connection reuse and connection limits needed separate tests.</a:t>
            </a:r>
          </a:p>
        </p:txBody>
      </p:sp>
      <p:sp>
        <p:nvSpPr>
          <p:cNvPr id="7" name="">
            <a:extLst xmlns:a="http://schemas.openxmlformats.org/drawingml/2006/main">
              <a:ext uri="{FF2B5EF4-FFF2-40B4-BE49-F238E27FC236}">
                <a16:creationId xmlns:a16="http://schemas.microsoft.com/office/drawing/2014/main" id="{1F9587C6-3914-4028-808E-242AE73F4AB8}"/>
              </a:ext>
            </a:extLst>
          </p:cNvPr>
          <p:cNvSpPr>
            <a:spLocks xmlns:a="http://schemas.openxmlformats.org/drawingml/2006/main" noGrp="1"/>
          </p:cNvSpPr>
          <p:nvPr/>
        </p:nvSpPr>
        <p:spPr>
          <a:xfrm xmlns:a="http://schemas.openxmlformats.org/drawingml/2006/main">
            <a:off x="609600" y="304800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Measured evidence</a:t>
            </a:r>
          </a:p>
        </p:txBody>
      </p:sp>
      <p:sp>
        <p:nvSpPr>
          <p:cNvPr id="8" name="">
            <a:extLst xmlns:a="http://schemas.openxmlformats.org/drawingml/2006/main">
              <a:ext uri="{FF2B5EF4-FFF2-40B4-BE49-F238E27FC236}">
                <a16:creationId xmlns:a16="http://schemas.microsoft.com/office/drawing/2014/main" id="{389E8E9E-4369-49E3-A4DC-1C3DDC7082A9}"/>
              </a:ext>
            </a:extLst>
          </p:cNvPr>
          <p:cNvSpPr>
            <a:spLocks xmlns:a="http://schemas.openxmlformats.org/drawingml/2006/main" noGrp="1"/>
          </p:cNvSpPr>
          <p:nvPr/>
        </p:nvSpPr>
        <p:spPr>
          <a:xfrm xmlns:a="http://schemas.openxmlformats.org/drawingml/2006/main">
            <a:off x="3619500" y="30480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20 requests reused one upstream connection.</a:t>
            </a:r>
          </a:p>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A separate test exercised 1,200 frontend connections.</a:t>
            </a:r>
          </a:p>
        </p:txBody>
      </p:sp>
      <p:sp>
        <p:nvSpPr>
          <p:cNvPr id="9" name="">
            <a:extLst xmlns:a="http://schemas.openxmlformats.org/drawingml/2006/main">
              <a:ext uri="{FF2B5EF4-FFF2-40B4-BE49-F238E27FC236}">
                <a16:creationId xmlns:a16="http://schemas.microsoft.com/office/drawing/2014/main" id="{BD3C9B29-3F91-4AC4-8C1E-46CCC06DE7AB}"/>
              </a:ext>
            </a:extLst>
          </p:cNvPr>
          <p:cNvSpPr>
            <a:spLocks xmlns:a="http://schemas.openxmlformats.org/drawingml/2006/main" noGrp="1"/>
          </p:cNvSpPr>
          <p:nvPr/>
        </p:nvSpPr>
        <p:spPr>
          <a:xfrm xmlns:a="http://schemas.openxmlformats.org/drawingml/2006/main">
            <a:off x="609600" y="4476750"/>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7B75"/>
                </a:solidFill>
                <a:latin typeface="Arial"/>
                <a:ea typeface="Arial"/>
                <a:cs typeface="Arial"/>
              </a:defRPr>
            </a:defPPr>
            <a:lvl1pPr>
              <a:buNone/>
              <a:defRPr sz="2175" b="1">
                <a:solidFill>
                  <a:srgbClr val="187B75"/>
                </a:solidFill>
                <a:latin typeface="Arial"/>
                <a:ea typeface="Arial"/>
                <a:cs typeface="Arial"/>
              </a:defRPr>
            </a:lvl1pPr>
            <a:lvl2pPr>
              <a:buNone/>
              <a:defRPr sz="2175" b="1">
                <a:solidFill>
                  <a:srgbClr val="187B75"/>
                </a:solidFill>
                <a:latin typeface="Arial"/>
                <a:ea typeface="Arial"/>
                <a:cs typeface="Arial"/>
              </a:defRPr>
            </a:lvl2pPr>
            <a:lvl3pPr>
              <a:buNone/>
              <a:defRPr sz="2175" b="1">
                <a:solidFill>
                  <a:srgbClr val="187B75"/>
                </a:solidFill>
                <a:latin typeface="Arial"/>
                <a:ea typeface="Arial"/>
                <a:cs typeface="Arial"/>
              </a:defRPr>
            </a:lvl3pPr>
            <a:lvl4pPr>
              <a:buNone/>
              <a:defRPr sz="2175" b="1">
                <a:solidFill>
                  <a:srgbClr val="187B75"/>
                </a:solidFill>
                <a:latin typeface="Arial"/>
                <a:ea typeface="Arial"/>
                <a:cs typeface="Arial"/>
              </a:defRPr>
            </a:lvl4pPr>
            <a:lvl5pPr>
              <a:buNone/>
              <a:defRPr sz="2175" b="1">
                <a:solidFill>
                  <a:srgbClr val="187B75"/>
                </a:solidFill>
                <a:latin typeface="Arial"/>
                <a:ea typeface="Arial"/>
                <a:cs typeface="Arial"/>
              </a:defRPr>
            </a:lvl5pPr>
            <a:lvl6pPr>
              <a:buNone/>
              <a:defRPr sz="2175" b="1">
                <a:solidFill>
                  <a:srgbClr val="187B75"/>
                </a:solidFill>
                <a:latin typeface="Arial"/>
                <a:ea typeface="Arial"/>
                <a:cs typeface="Arial"/>
              </a:defRPr>
            </a:lvl6pPr>
            <a:lvl7pPr>
              <a:buNone/>
              <a:defRPr sz="2175" b="1">
                <a:solidFill>
                  <a:srgbClr val="187B75"/>
                </a:solidFill>
                <a:latin typeface="Arial"/>
                <a:ea typeface="Arial"/>
                <a:cs typeface="Arial"/>
              </a:defRPr>
            </a:lvl7pPr>
            <a:lvl8pPr>
              <a:buNone/>
              <a:defRPr sz="2175" b="1">
                <a:solidFill>
                  <a:srgbClr val="187B75"/>
                </a:solidFill>
                <a:latin typeface="Arial"/>
                <a:ea typeface="Arial"/>
                <a:cs typeface="Arial"/>
              </a:defRPr>
            </a:lvl8pPr>
            <a:lvl9pPr>
              <a:buNone/>
              <a:defRPr sz="2175" b="1">
                <a:solidFill>
                  <a:srgbClr val="187B75"/>
                </a:solidFill>
                <a:latin typeface="Arial"/>
                <a:ea typeface="Arial"/>
                <a:cs typeface="Arial"/>
              </a:defRPr>
            </a:lvl9pPr>
          </a:lstStyle>
          <a:p xmlns:a="http://schemas.openxmlformats.org/drawingml/2006/main">
            <a:pPr>
              <a:buNone/>
              <a:defRPr sz="2175" b="1">
                <a:solidFill>
                  <a:srgbClr val="187B75"/>
                </a:solidFill>
                <a:latin typeface="Arial"/>
                <a:ea typeface="Arial"/>
                <a:cs typeface="Arial"/>
              </a:defRPr>
            </a:pPr>
            <a:r>
              <a:rPr sz="2175" b="1">
                <a:solidFill>
                  <a:srgbClr val="187B75"/>
                </a:solidFill>
                <a:latin typeface="Arial"/>
                <a:ea typeface="Arial"/>
                <a:cs typeface="Arial"/>
              </a:rPr>
              <a:t>Recovery evidence</a:t>
            </a:r>
          </a:p>
        </p:txBody>
      </p:sp>
      <p:sp>
        <p:nvSpPr>
          <p:cNvPr id="10" name="">
            <a:extLst xmlns:a="http://schemas.openxmlformats.org/drawingml/2006/main">
              <a:ext uri="{FF2B5EF4-FFF2-40B4-BE49-F238E27FC236}">
                <a16:creationId xmlns:a16="http://schemas.microsoft.com/office/drawing/2014/main" id="{00611414-F144-4A7A-9B3F-0BCFA1CF5485}"/>
              </a:ext>
            </a:extLst>
          </p:cNvPr>
          <p:cNvSpPr>
            <a:spLocks xmlns:a="http://schemas.openxmlformats.org/drawingml/2006/main" noGrp="1"/>
          </p:cNvSpPr>
          <p:nvPr/>
        </p:nvSpPr>
        <p:spPr>
          <a:xfrm xmlns:a="http://schemas.openxmlformats.org/drawingml/2006/main">
            <a:off x="3619500" y="44767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042"/>
                </a:solidFill>
                <a:latin typeface="Arial"/>
                <a:ea typeface="Arial"/>
                <a:cs typeface="Arial"/>
              </a:defRPr>
            </a:defPPr>
            <a:lvl1pPr>
              <a:buNone/>
              <a:defRPr sz="2025" b="0">
                <a:solidFill>
                  <a:srgbClr val="173042"/>
                </a:solidFill>
                <a:latin typeface="Arial"/>
                <a:ea typeface="Arial"/>
                <a:cs typeface="Arial"/>
              </a:defRPr>
            </a:lvl1pPr>
            <a:lvl2pPr>
              <a:buNone/>
              <a:defRPr sz="2025" b="0">
                <a:solidFill>
                  <a:srgbClr val="173042"/>
                </a:solidFill>
                <a:latin typeface="Arial"/>
                <a:ea typeface="Arial"/>
                <a:cs typeface="Arial"/>
              </a:defRPr>
            </a:lvl2pPr>
            <a:lvl3pPr>
              <a:buNone/>
              <a:defRPr sz="2025" b="0">
                <a:solidFill>
                  <a:srgbClr val="173042"/>
                </a:solidFill>
                <a:latin typeface="Arial"/>
                <a:ea typeface="Arial"/>
                <a:cs typeface="Arial"/>
              </a:defRPr>
            </a:lvl3pPr>
            <a:lvl4pPr>
              <a:buNone/>
              <a:defRPr sz="2025" b="0">
                <a:solidFill>
                  <a:srgbClr val="173042"/>
                </a:solidFill>
                <a:latin typeface="Arial"/>
                <a:ea typeface="Arial"/>
                <a:cs typeface="Arial"/>
              </a:defRPr>
            </a:lvl4pPr>
            <a:lvl5pPr>
              <a:buNone/>
              <a:defRPr sz="2025" b="0">
                <a:solidFill>
                  <a:srgbClr val="173042"/>
                </a:solidFill>
                <a:latin typeface="Arial"/>
                <a:ea typeface="Arial"/>
                <a:cs typeface="Arial"/>
              </a:defRPr>
            </a:lvl5pPr>
            <a:lvl6pPr>
              <a:buNone/>
              <a:defRPr sz="2025" b="0">
                <a:solidFill>
                  <a:srgbClr val="173042"/>
                </a:solidFill>
                <a:latin typeface="Arial"/>
                <a:ea typeface="Arial"/>
                <a:cs typeface="Arial"/>
              </a:defRPr>
            </a:lvl6pPr>
            <a:lvl7pPr>
              <a:buNone/>
              <a:defRPr sz="2025" b="0">
                <a:solidFill>
                  <a:srgbClr val="173042"/>
                </a:solidFill>
                <a:latin typeface="Arial"/>
                <a:ea typeface="Arial"/>
                <a:cs typeface="Arial"/>
              </a:defRPr>
            </a:lvl7pPr>
            <a:lvl8pPr>
              <a:buNone/>
              <a:defRPr sz="2025" b="0">
                <a:solidFill>
                  <a:srgbClr val="173042"/>
                </a:solidFill>
                <a:latin typeface="Arial"/>
                <a:ea typeface="Arial"/>
                <a:cs typeface="Arial"/>
              </a:defRPr>
            </a:lvl8pPr>
            <a:lvl9pPr>
              <a:buNone/>
              <a:defRPr sz="2025" b="0">
                <a:solidFill>
                  <a:srgbClr val="173042"/>
                </a:solidFill>
                <a:latin typeface="Arial"/>
                <a:ea typeface="Arial"/>
                <a:cs typeface="Arial"/>
              </a:defRPr>
            </a:lvl9pPr>
          </a:lstStyle>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Isolated database restore verified 12 tables and 14 migrations.</a:t>
            </a:r>
          </a:p>
          <a:p xmlns:a="http://schemas.openxmlformats.org/drawingml/2006/main">
            <a:pPr>
              <a:buNone/>
              <a:defRPr sz="2025" b="0">
                <a:solidFill>
                  <a:srgbClr val="173042"/>
                </a:solidFill>
                <a:latin typeface="Arial"/>
                <a:ea typeface="Arial"/>
                <a:cs typeface="Arial"/>
              </a:defRPr>
            </a:pPr>
            <a:r>
              <a:rPr sz="2025" b="0">
                <a:solidFill>
                  <a:srgbClr val="173042"/>
                </a:solidFill>
                <a:latin typeface="Arial"/>
                <a:ea typeface="Arial"/>
                <a:cs typeface="Arial"/>
              </a:rPr>
              <a:t>The ~2.34 s restore is not a full-system recovery time.</a:t>
            </a:r>
          </a:p>
        </p:txBody>
      </p:sp>
      <p:cxnSp>
        <p:nvCxnSpPr>
          <p:cNvPr id="12" name="Footer rule">
            <a:extLst xmlns:a="http://schemas.openxmlformats.org/drawingml/2006/main">
              <a:ext uri="{FF2B5EF4-FFF2-40B4-BE49-F238E27FC236}">
                <a16:creationId xmlns:a16="http://schemas.microsoft.com/office/drawing/2014/main" id="{3F4C5442-44A1-46E3-B114-D39AEBCCD948}"/>
              </a:ext>
            </a:extLst>
          </p:cNvPr>
          <p:cNvCxnSpPr/>
          <p:nvPr/>
        </p:nvCxnSpPr>
        <p:spPr>
          <a:xfrm xmlns:a="http://schemas.openxmlformats.org/drawingml/2006/main">
            <a:off x="609600" y="6553200"/>
            <a:ext cx="10972800" cy="0"/>
          </a:xfrm>
          <a:prstGeom xmlns:a="http://schemas.openxmlformats.org/drawingml/2006/main" prst="straightConnector1">
            <a:avLst/>
          </a:prstGeom>
          <a:ln xmlns:a="http://schemas.openxmlformats.org/drawingml/2006/main" w="6382">
            <a:solidFill>
              <a:srgbClr val="B6C6CC"/>
            </a:solidFill>
          </a:ln>
        </p:spPr>
      </p:cxnSp>
    </p:spTree>
    <p:extLst>
      <p:ext uri="{BB962C8B-B14F-4D97-AF65-F5344CB8AC3E}">
        <p14:creationId xmlns:p14="http://schemas.microsoft.com/office/powerpoint/2010/main" val="885287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31</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2026-10-25T12:01:30.3330000Z</dcterms:created>
  <dcterms:modified xsi:type="dcterms:W3CDTF">2026-10-25T12:01:30.3330000Z</dcterms:modified>
</coreProperties>
</file>